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83" r:id="rId8"/>
    <p:sldId id="265" r:id="rId9"/>
    <p:sldId id="264" r:id="rId10"/>
    <p:sldId id="266" r:id="rId11"/>
    <p:sldId id="275" r:id="rId12"/>
    <p:sldId id="267" r:id="rId13"/>
    <p:sldId id="284" r:id="rId14"/>
    <p:sldId id="268" r:id="rId15"/>
    <p:sldId id="286" r:id="rId16"/>
    <p:sldId id="285" r:id="rId17"/>
    <p:sldId id="270" r:id="rId18"/>
    <p:sldId id="271" r:id="rId19"/>
    <p:sldId id="272" r:id="rId20"/>
    <p:sldId id="287" r:id="rId21"/>
    <p:sldId id="288" r:id="rId22"/>
    <p:sldId id="289" r:id="rId23"/>
    <p:sldId id="290" r:id="rId24"/>
    <p:sldId id="273" r:id="rId25"/>
    <p:sldId id="274" r:id="rId26"/>
    <p:sldId id="291" r:id="rId27"/>
  </p:sldIdLst>
  <p:sldSz cx="9753600" cy="7315200"/>
  <p:notesSz cx="6858000" cy="9144000"/>
  <p:embeddedFontLst>
    <p:embeddedFont>
      <p:font typeface="Calibri (MS)" panose="020B0604020202020204" charset="0"/>
      <p:regular r:id="rId29"/>
    </p:embeddedFont>
    <p:embeddedFont>
      <p:font typeface="Calibri (MS) Bold" panose="020B0604020202020204" charset="0"/>
      <p:regular r:id="rId30"/>
    </p:embeddedFont>
    <p:embeddedFont>
      <p:font typeface="Times New Roman Bold" panose="02020803070505020304" pitchFamily="18" charset="0"/>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1 35 AARON THOMAS C" initials="CA" lastIdx="1" clrIdx="0">
    <p:extLst>
      <p:ext uri="{19B8F6BF-5375-455C-9EA6-DF929625EA0E}">
        <p15:presenceInfo xmlns:p15="http://schemas.microsoft.com/office/powerpoint/2012/main" userId="903da5fc63d541d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94D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421"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1 35 AARON THOMAS C" userId="903da5fc63d541d6" providerId="LiveId" clId="{E5C09C68-5B05-4B1D-8937-BB90CD1C7876}"/>
    <pc:docChg chg="custSel modSld">
      <pc:chgData name="C1 35 AARON THOMAS C" userId="903da5fc63d541d6" providerId="LiveId" clId="{E5C09C68-5B05-4B1D-8937-BB90CD1C7876}" dt="2026-08-10T08:14:36.966" v="84"/>
      <pc:docMkLst>
        <pc:docMk/>
      </pc:docMkLst>
      <pc:sldChg chg="delSp modSp mod">
        <pc:chgData name="C1 35 AARON THOMAS C" userId="903da5fc63d541d6" providerId="LiveId" clId="{E5C09C68-5B05-4B1D-8937-BB90CD1C7876}" dt="2026-08-10T08:11:48.385" v="6"/>
        <pc:sldMkLst>
          <pc:docMk/>
          <pc:sldMk cId="0" sldId="264"/>
        </pc:sldMkLst>
        <pc:spChg chg="del mod">
          <ac:chgData name="C1 35 AARON THOMAS C" userId="903da5fc63d541d6" providerId="LiveId" clId="{E5C09C68-5B05-4B1D-8937-BB90CD1C7876}" dt="2026-08-10T08:11:48.385" v="6"/>
          <ac:spMkLst>
            <pc:docMk/>
            <pc:sldMk cId="0" sldId="264"/>
            <ac:spMk id="10" creationId="{00000000-0000-0000-0000-000000000000}"/>
          </ac:spMkLst>
        </pc:spChg>
      </pc:sldChg>
      <pc:sldChg chg="delSp modSp mod">
        <pc:chgData name="C1 35 AARON THOMAS C" userId="903da5fc63d541d6" providerId="LiveId" clId="{E5C09C68-5B05-4B1D-8937-BB90CD1C7876}" dt="2026-08-10T08:11:43.232" v="3"/>
        <pc:sldMkLst>
          <pc:docMk/>
          <pc:sldMk cId="0" sldId="265"/>
        </pc:sldMkLst>
        <pc:spChg chg="del mod">
          <ac:chgData name="C1 35 AARON THOMAS C" userId="903da5fc63d541d6" providerId="LiveId" clId="{E5C09C68-5B05-4B1D-8937-BB90CD1C7876}" dt="2026-08-10T08:11:43.232" v="3"/>
          <ac:spMkLst>
            <pc:docMk/>
            <pc:sldMk cId="0" sldId="265"/>
            <ac:spMk id="10" creationId="{00000000-0000-0000-0000-000000000000}"/>
          </ac:spMkLst>
        </pc:spChg>
      </pc:sldChg>
      <pc:sldChg chg="modSp mod">
        <pc:chgData name="C1 35 AARON THOMAS C" userId="903da5fc63d541d6" providerId="LiveId" clId="{E5C09C68-5B05-4B1D-8937-BB90CD1C7876}" dt="2026-08-10T08:12:28.353" v="21" actId="6549"/>
        <pc:sldMkLst>
          <pc:docMk/>
          <pc:sldMk cId="0" sldId="266"/>
        </pc:sldMkLst>
        <pc:graphicFrameChg chg="modGraphic">
          <ac:chgData name="C1 35 AARON THOMAS C" userId="903da5fc63d541d6" providerId="LiveId" clId="{E5C09C68-5B05-4B1D-8937-BB90CD1C7876}" dt="2026-08-10T08:12:28.353" v="21" actId="6549"/>
          <ac:graphicFrameMkLst>
            <pc:docMk/>
            <pc:sldMk cId="0" sldId="266"/>
            <ac:graphicFrameMk id="8" creationId="{00000000-0000-0000-0000-000000000000}"/>
          </ac:graphicFrameMkLst>
        </pc:graphicFrameChg>
      </pc:sldChg>
      <pc:sldChg chg="delSp modSp mod">
        <pc:chgData name="C1 35 AARON THOMAS C" userId="903da5fc63d541d6" providerId="LiveId" clId="{E5C09C68-5B05-4B1D-8937-BB90CD1C7876}" dt="2026-08-10T08:13:17.995" v="41"/>
        <pc:sldMkLst>
          <pc:docMk/>
          <pc:sldMk cId="0" sldId="267"/>
        </pc:sldMkLst>
        <pc:spChg chg="del mod">
          <ac:chgData name="C1 35 AARON THOMAS C" userId="903da5fc63d541d6" providerId="LiveId" clId="{E5C09C68-5B05-4B1D-8937-BB90CD1C7876}" dt="2026-08-10T08:13:17.995" v="41"/>
          <ac:spMkLst>
            <pc:docMk/>
            <pc:sldMk cId="0" sldId="267"/>
            <ac:spMk id="11" creationId="{DFAE46E5-AEF7-6550-A81C-61669C605F8F}"/>
          </ac:spMkLst>
        </pc:spChg>
      </pc:sldChg>
      <pc:sldChg chg="delSp modSp mod">
        <pc:chgData name="C1 35 AARON THOMAS C" userId="903da5fc63d541d6" providerId="LiveId" clId="{E5C09C68-5B05-4B1D-8937-BB90CD1C7876}" dt="2026-08-10T08:13:29.863" v="47"/>
        <pc:sldMkLst>
          <pc:docMk/>
          <pc:sldMk cId="0" sldId="268"/>
        </pc:sldMkLst>
        <pc:spChg chg="del mod">
          <ac:chgData name="C1 35 AARON THOMAS C" userId="903da5fc63d541d6" providerId="LiveId" clId="{E5C09C68-5B05-4B1D-8937-BB90CD1C7876}" dt="2026-08-10T08:13:29.863" v="47"/>
          <ac:spMkLst>
            <pc:docMk/>
            <pc:sldMk cId="0" sldId="268"/>
            <ac:spMk id="10" creationId="{00000000-0000-0000-0000-000000000000}"/>
          </ac:spMkLst>
        </pc:spChg>
      </pc:sldChg>
      <pc:sldChg chg="delSp modSp mod">
        <pc:chgData name="C1 35 AARON THOMAS C" userId="903da5fc63d541d6" providerId="LiveId" clId="{E5C09C68-5B05-4B1D-8937-BB90CD1C7876}" dt="2026-08-10T08:13:51.670" v="59"/>
        <pc:sldMkLst>
          <pc:docMk/>
          <pc:sldMk cId="0" sldId="270"/>
        </pc:sldMkLst>
        <pc:spChg chg="del mod">
          <ac:chgData name="C1 35 AARON THOMAS C" userId="903da5fc63d541d6" providerId="LiveId" clId="{E5C09C68-5B05-4B1D-8937-BB90CD1C7876}" dt="2026-08-10T08:13:51.670" v="59"/>
          <ac:spMkLst>
            <pc:docMk/>
            <pc:sldMk cId="0" sldId="270"/>
            <ac:spMk id="10" creationId="{00000000-0000-0000-0000-000000000000}"/>
          </ac:spMkLst>
        </pc:spChg>
        <pc:spChg chg="del mod">
          <ac:chgData name="C1 35 AARON THOMAS C" userId="903da5fc63d541d6" providerId="LiveId" clId="{E5C09C68-5B05-4B1D-8937-BB90CD1C7876}" dt="2026-08-10T08:13:51.669" v="57"/>
          <ac:spMkLst>
            <pc:docMk/>
            <pc:sldMk cId="0" sldId="270"/>
            <ac:spMk id="12" creationId="{6C665DEF-8F76-958F-1E2A-32FF946D1B63}"/>
          </ac:spMkLst>
        </pc:spChg>
      </pc:sldChg>
      <pc:sldChg chg="delSp mod">
        <pc:chgData name="C1 35 AARON THOMAS C" userId="903da5fc63d541d6" providerId="LiveId" clId="{E5C09C68-5B05-4B1D-8937-BB90CD1C7876}" dt="2026-08-10T08:13:53.274" v="60" actId="478"/>
        <pc:sldMkLst>
          <pc:docMk/>
          <pc:sldMk cId="0" sldId="271"/>
        </pc:sldMkLst>
        <pc:picChg chg="del">
          <ac:chgData name="C1 35 AARON THOMAS C" userId="903da5fc63d541d6" providerId="LiveId" clId="{E5C09C68-5B05-4B1D-8937-BB90CD1C7876}" dt="2026-08-10T08:13:53.274" v="60" actId="478"/>
          <ac:picMkLst>
            <pc:docMk/>
            <pc:sldMk cId="0" sldId="271"/>
            <ac:picMk id="12" creationId="{EAFA9784-F7E3-2495-5E74-F7A303D675E1}"/>
          </ac:picMkLst>
        </pc:picChg>
      </pc:sldChg>
      <pc:sldChg chg="delSp modSp mod">
        <pc:chgData name="C1 35 AARON THOMAS C" userId="903da5fc63d541d6" providerId="LiveId" clId="{E5C09C68-5B05-4B1D-8937-BB90CD1C7876}" dt="2026-08-10T08:14:03.487" v="63"/>
        <pc:sldMkLst>
          <pc:docMk/>
          <pc:sldMk cId="0" sldId="272"/>
        </pc:sldMkLst>
        <pc:spChg chg="del mod">
          <ac:chgData name="C1 35 AARON THOMAS C" userId="903da5fc63d541d6" providerId="LiveId" clId="{E5C09C68-5B05-4B1D-8937-BB90CD1C7876}" dt="2026-08-10T08:14:03.487" v="63"/>
          <ac:spMkLst>
            <pc:docMk/>
            <pc:sldMk cId="0" sldId="272"/>
            <ac:spMk id="10" creationId="{00000000-0000-0000-0000-000000000000}"/>
          </ac:spMkLst>
        </pc:spChg>
      </pc:sldChg>
      <pc:sldChg chg="delSp modSp mod">
        <pc:chgData name="C1 35 AARON THOMAS C" userId="903da5fc63d541d6" providerId="LiveId" clId="{E5C09C68-5B05-4B1D-8937-BB90CD1C7876}" dt="2026-08-10T08:14:20.360" v="78"/>
        <pc:sldMkLst>
          <pc:docMk/>
          <pc:sldMk cId="0" sldId="273"/>
        </pc:sldMkLst>
        <pc:spChg chg="del mod">
          <ac:chgData name="C1 35 AARON THOMAS C" userId="903da5fc63d541d6" providerId="LiveId" clId="{E5C09C68-5B05-4B1D-8937-BB90CD1C7876}" dt="2026-08-10T08:14:20.360" v="78"/>
          <ac:spMkLst>
            <pc:docMk/>
            <pc:sldMk cId="0" sldId="273"/>
            <ac:spMk id="10" creationId="{00000000-0000-0000-0000-000000000000}"/>
          </ac:spMkLst>
        </pc:spChg>
      </pc:sldChg>
      <pc:sldChg chg="delSp modSp mod">
        <pc:chgData name="C1 35 AARON THOMAS C" userId="903da5fc63d541d6" providerId="LiveId" clId="{E5C09C68-5B05-4B1D-8937-BB90CD1C7876}" dt="2026-08-10T08:14:23.771" v="81"/>
        <pc:sldMkLst>
          <pc:docMk/>
          <pc:sldMk cId="0" sldId="274"/>
        </pc:sldMkLst>
        <pc:spChg chg="del mod">
          <ac:chgData name="C1 35 AARON THOMAS C" userId="903da5fc63d541d6" providerId="LiveId" clId="{E5C09C68-5B05-4B1D-8937-BB90CD1C7876}" dt="2026-08-10T08:14:23.771" v="81"/>
          <ac:spMkLst>
            <pc:docMk/>
            <pc:sldMk cId="0" sldId="274"/>
            <ac:spMk id="11" creationId="{26DA8007-0C95-4D4F-88F7-AACADC9BB26C}"/>
          </ac:spMkLst>
        </pc:spChg>
      </pc:sldChg>
      <pc:sldChg chg="modSp mod">
        <pc:chgData name="C1 35 AARON THOMAS C" userId="903da5fc63d541d6" providerId="LiveId" clId="{E5C09C68-5B05-4B1D-8937-BB90CD1C7876}" dt="2026-08-10T08:13:07.746" v="38" actId="6549"/>
        <pc:sldMkLst>
          <pc:docMk/>
          <pc:sldMk cId="337759843" sldId="275"/>
        </pc:sldMkLst>
        <pc:graphicFrameChg chg="modGraphic">
          <ac:chgData name="C1 35 AARON THOMAS C" userId="903da5fc63d541d6" providerId="LiveId" clId="{E5C09C68-5B05-4B1D-8937-BB90CD1C7876}" dt="2026-08-10T08:13:07.746" v="38" actId="6549"/>
          <ac:graphicFrameMkLst>
            <pc:docMk/>
            <pc:sldMk cId="337759843" sldId="275"/>
            <ac:graphicFrameMk id="8" creationId="{EFE4B97D-74D1-AFA2-9BDA-F29EF3940EE4}"/>
          </ac:graphicFrameMkLst>
        </pc:graphicFrameChg>
      </pc:sldChg>
      <pc:sldChg chg="delSp modSp mod">
        <pc:chgData name="C1 35 AARON THOMAS C" userId="903da5fc63d541d6" providerId="LiveId" clId="{E5C09C68-5B05-4B1D-8937-BB90CD1C7876}" dt="2026-08-10T08:13:22.848" v="44"/>
        <pc:sldMkLst>
          <pc:docMk/>
          <pc:sldMk cId="749939014" sldId="284"/>
        </pc:sldMkLst>
        <pc:spChg chg="del mod">
          <ac:chgData name="C1 35 AARON THOMAS C" userId="903da5fc63d541d6" providerId="LiveId" clId="{E5C09C68-5B05-4B1D-8937-BB90CD1C7876}" dt="2026-08-10T08:13:22.848" v="44"/>
          <ac:spMkLst>
            <pc:docMk/>
            <pc:sldMk cId="749939014" sldId="284"/>
            <ac:spMk id="10" creationId="{83C0D60B-17F4-1397-563C-7020E9B82DD7}"/>
          </ac:spMkLst>
        </pc:spChg>
      </pc:sldChg>
      <pc:sldChg chg="delSp modSp mod">
        <pc:chgData name="C1 35 AARON THOMAS C" userId="903da5fc63d541d6" providerId="LiveId" clId="{E5C09C68-5B05-4B1D-8937-BB90CD1C7876}" dt="2026-08-10T08:13:42.099" v="53"/>
        <pc:sldMkLst>
          <pc:docMk/>
          <pc:sldMk cId="3194014758" sldId="285"/>
        </pc:sldMkLst>
        <pc:spChg chg="del mod">
          <ac:chgData name="C1 35 AARON THOMAS C" userId="903da5fc63d541d6" providerId="LiveId" clId="{E5C09C68-5B05-4B1D-8937-BB90CD1C7876}" dt="2026-08-10T08:13:42.099" v="53"/>
          <ac:spMkLst>
            <pc:docMk/>
            <pc:sldMk cId="3194014758" sldId="285"/>
            <ac:spMk id="15" creationId="{3D61E7AD-BA48-A06A-2A46-36D6BD91AD35}"/>
          </ac:spMkLst>
        </pc:spChg>
      </pc:sldChg>
      <pc:sldChg chg="delSp modSp mod">
        <pc:chgData name="C1 35 AARON THOMAS C" userId="903da5fc63d541d6" providerId="LiveId" clId="{E5C09C68-5B05-4B1D-8937-BB90CD1C7876}" dt="2026-08-10T08:13:37.960" v="50"/>
        <pc:sldMkLst>
          <pc:docMk/>
          <pc:sldMk cId="755109632" sldId="286"/>
        </pc:sldMkLst>
        <pc:spChg chg="del mod">
          <ac:chgData name="C1 35 AARON THOMAS C" userId="903da5fc63d541d6" providerId="LiveId" clId="{E5C09C68-5B05-4B1D-8937-BB90CD1C7876}" dt="2026-08-10T08:13:37.960" v="50"/>
          <ac:spMkLst>
            <pc:docMk/>
            <pc:sldMk cId="755109632" sldId="286"/>
            <ac:spMk id="12" creationId="{94F353BC-2A71-8D47-478E-58EEC5BB9B45}"/>
          </ac:spMkLst>
        </pc:spChg>
      </pc:sldChg>
      <pc:sldChg chg="delSp modSp mod">
        <pc:chgData name="C1 35 AARON THOMAS C" userId="903da5fc63d541d6" providerId="LiveId" clId="{E5C09C68-5B05-4B1D-8937-BB90CD1C7876}" dt="2026-08-10T08:14:06.295" v="66"/>
        <pc:sldMkLst>
          <pc:docMk/>
          <pc:sldMk cId="1983755633" sldId="287"/>
        </pc:sldMkLst>
        <pc:spChg chg="del mod">
          <ac:chgData name="C1 35 AARON THOMAS C" userId="903da5fc63d541d6" providerId="LiveId" clId="{E5C09C68-5B05-4B1D-8937-BB90CD1C7876}" dt="2026-08-10T08:14:06.295" v="66"/>
          <ac:spMkLst>
            <pc:docMk/>
            <pc:sldMk cId="1983755633" sldId="287"/>
            <ac:spMk id="11" creationId="{D6BAF536-FB1B-6DF3-E3EC-3CB2C3933C7E}"/>
          </ac:spMkLst>
        </pc:spChg>
      </pc:sldChg>
      <pc:sldChg chg="delSp modSp mod">
        <pc:chgData name="C1 35 AARON THOMAS C" userId="903da5fc63d541d6" providerId="LiveId" clId="{E5C09C68-5B05-4B1D-8937-BB90CD1C7876}" dt="2026-08-10T08:14:10.586" v="69"/>
        <pc:sldMkLst>
          <pc:docMk/>
          <pc:sldMk cId="1673568942" sldId="288"/>
        </pc:sldMkLst>
        <pc:spChg chg="del mod">
          <ac:chgData name="C1 35 AARON THOMAS C" userId="903da5fc63d541d6" providerId="LiveId" clId="{E5C09C68-5B05-4B1D-8937-BB90CD1C7876}" dt="2026-08-10T08:14:10.586" v="69"/>
          <ac:spMkLst>
            <pc:docMk/>
            <pc:sldMk cId="1673568942" sldId="288"/>
            <ac:spMk id="11" creationId="{93B9B82A-FE84-90E4-A79F-7E18A34DA5F4}"/>
          </ac:spMkLst>
        </pc:spChg>
      </pc:sldChg>
      <pc:sldChg chg="delSp modSp mod">
        <pc:chgData name="C1 35 AARON THOMAS C" userId="903da5fc63d541d6" providerId="LiveId" clId="{E5C09C68-5B05-4B1D-8937-BB90CD1C7876}" dt="2026-08-10T08:14:13.871" v="72"/>
        <pc:sldMkLst>
          <pc:docMk/>
          <pc:sldMk cId="3357098291" sldId="289"/>
        </pc:sldMkLst>
        <pc:spChg chg="del mod">
          <ac:chgData name="C1 35 AARON THOMAS C" userId="903da5fc63d541d6" providerId="LiveId" clId="{E5C09C68-5B05-4B1D-8937-BB90CD1C7876}" dt="2026-08-10T08:14:13.871" v="72"/>
          <ac:spMkLst>
            <pc:docMk/>
            <pc:sldMk cId="3357098291" sldId="289"/>
            <ac:spMk id="11" creationId="{92B4CE73-273B-F89B-6A7E-F8B9AC4FD641}"/>
          </ac:spMkLst>
        </pc:spChg>
      </pc:sldChg>
      <pc:sldChg chg="delSp modSp mod">
        <pc:chgData name="C1 35 AARON THOMAS C" userId="903da5fc63d541d6" providerId="LiveId" clId="{E5C09C68-5B05-4B1D-8937-BB90CD1C7876}" dt="2026-08-10T08:14:16.868" v="75"/>
        <pc:sldMkLst>
          <pc:docMk/>
          <pc:sldMk cId="4120471603" sldId="290"/>
        </pc:sldMkLst>
        <pc:spChg chg="del mod">
          <ac:chgData name="C1 35 AARON THOMAS C" userId="903da5fc63d541d6" providerId="LiveId" clId="{E5C09C68-5B05-4B1D-8937-BB90CD1C7876}" dt="2026-08-10T08:14:16.868" v="75"/>
          <ac:spMkLst>
            <pc:docMk/>
            <pc:sldMk cId="4120471603" sldId="290"/>
            <ac:spMk id="11" creationId="{B758D512-45E9-56D5-4404-B7F869166AF9}"/>
          </ac:spMkLst>
        </pc:spChg>
      </pc:sldChg>
      <pc:sldChg chg="delSp modSp mod">
        <pc:chgData name="C1 35 AARON THOMAS C" userId="903da5fc63d541d6" providerId="LiveId" clId="{E5C09C68-5B05-4B1D-8937-BB90CD1C7876}" dt="2026-08-10T08:14:36.966" v="84"/>
        <pc:sldMkLst>
          <pc:docMk/>
          <pc:sldMk cId="2022138407" sldId="291"/>
        </pc:sldMkLst>
        <pc:spChg chg="del mod">
          <ac:chgData name="C1 35 AARON THOMAS C" userId="903da5fc63d541d6" providerId="LiveId" clId="{E5C09C68-5B05-4B1D-8937-BB90CD1C7876}" dt="2026-08-10T08:14:36.966" v="84"/>
          <ac:spMkLst>
            <pc:docMk/>
            <pc:sldMk cId="2022138407" sldId="291"/>
            <ac:spMk id="11" creationId="{E0F7AF90-DDF3-E945-6EFC-B5AA410F54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a:p>
            <a:r>
              <a:rPr lang="en-US"/>
              <a:t>1</a:t>
            </a:r>
          </a:p>
          <a:p>
            <a:r>
              <a:rPr lang="en-US"/>
              <a:t>1</a:t>
            </a:r>
          </a:p>
          <a:p>
            <a:r>
              <a:rPr lang="en-US"/>
              <a:t>1</a:t>
            </a:r>
          </a:p>
          <a:p>
            <a:endParaRPr lang="en-US"/>
          </a:p>
          <a:p>
            <a:r>
              <a:rPr lang="en-US"/>
              <a:t>1/30/2026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1B2431-D351-4C6E-A3CF-9DFAC0E3E050}" type="slidenum">
              <a:rPr lang="cs-CZ" smtClean="0"/>
              <a:t>7</a:t>
            </a:fld>
            <a:endParaRPr lang="cs-CZ"/>
          </a:p>
        </p:txBody>
      </p:sp>
    </p:spTree>
    <p:extLst>
      <p:ext uri="{BB962C8B-B14F-4D97-AF65-F5344CB8AC3E}">
        <p14:creationId xmlns:p14="http://schemas.microsoft.com/office/powerpoint/2010/main" val="4179275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3"/>
              <a:stretch>
                <a:fillRect b="-45"/>
              </a:stretch>
            </a:blipFill>
          </p:spPr>
        </p:sp>
      </p:grpSp>
      <p:sp>
        <p:nvSpPr>
          <p:cNvPr id="4" name="TextBox 4"/>
          <p:cNvSpPr txBox="1"/>
          <p:nvPr/>
        </p:nvSpPr>
        <p:spPr>
          <a:xfrm>
            <a:off x="466576" y="4049925"/>
            <a:ext cx="9152106" cy="3228975"/>
          </a:xfrm>
          <a:prstGeom prst="rect">
            <a:avLst/>
          </a:prstGeom>
        </p:spPr>
        <p:txBody>
          <a:bodyPr lIns="0" tIns="0" rIns="0" bIns="0" rtlCol="0" anchor="t">
            <a:spAutoFit/>
          </a:bodyPr>
          <a:lstStyle/>
          <a:p>
            <a:pPr algn="l">
              <a:lnSpc>
                <a:spcPts val="2448"/>
              </a:lnSpc>
            </a:pPr>
            <a:r>
              <a:rPr lang="en-US" sz="2000" b="1">
                <a:solidFill>
                  <a:srgbClr val="000000"/>
                </a:solidFill>
                <a:latin typeface="Calibri (MS) Bold"/>
                <a:ea typeface="Calibri (MS) Bold"/>
                <a:cs typeface="Calibri (MS) Bold"/>
                <a:sym typeface="Calibri (MS) Bold"/>
              </a:rPr>
              <a:t>GUIDE: </a:t>
            </a:r>
            <a:r>
              <a:rPr lang="en-US" sz="2000" err="1">
                <a:solidFill>
                  <a:srgbClr val="000000"/>
                </a:solidFill>
                <a:latin typeface="Calibri (MS)"/>
                <a:ea typeface="Calibri (MS)"/>
                <a:cs typeface="Calibri (MS)"/>
                <a:sym typeface="Calibri (MS)"/>
              </a:rPr>
              <a:t>Mr</a:t>
            </a:r>
            <a:r>
              <a:rPr lang="en-US" sz="2000">
                <a:solidFill>
                  <a:srgbClr val="000000"/>
                </a:solidFill>
                <a:latin typeface="Calibri (MS)"/>
                <a:ea typeface="Calibri (MS)"/>
                <a:cs typeface="Calibri (MS)"/>
                <a:sym typeface="Calibri (MS)"/>
              </a:rPr>
              <a:t> Thomas George  </a:t>
            </a:r>
            <a:r>
              <a:rPr lang="en-US" sz="2000" b="1">
                <a:solidFill>
                  <a:srgbClr val="000000"/>
                </a:solidFill>
                <a:latin typeface="Calibri (MS) Bold"/>
                <a:ea typeface="Calibri (MS) Bold"/>
                <a:cs typeface="Calibri (MS) Bold"/>
                <a:sym typeface="Calibri (MS) Bold"/>
              </a:rPr>
              <a:t>                   PRESENTED BY:</a:t>
            </a:r>
            <a:endParaRPr lang="en-US">
              <a:latin typeface="Calibri (MS) Bold"/>
            </a:endParaRPr>
          </a:p>
          <a:p>
            <a:pPr algn="l">
              <a:lnSpc>
                <a:spcPts val="2688"/>
              </a:lnSpc>
            </a:pPr>
            <a:r>
              <a:rPr lang="en-US" sz="2200" b="1">
                <a:solidFill>
                  <a:srgbClr val="000000"/>
                </a:solidFill>
                <a:latin typeface="Calibri (MS) Bold"/>
                <a:ea typeface="Calibri (MS) Bold"/>
                <a:cs typeface="Calibri (MS) Bold"/>
                <a:sym typeface="Calibri (MS) Bold"/>
              </a:rPr>
              <a:t>                                                                           </a:t>
            </a:r>
            <a:endParaRPr lang="en-US" sz="2200" b="1">
              <a:solidFill>
                <a:srgbClr val="000000"/>
              </a:solidFill>
              <a:latin typeface="Calibri (MS) Bold"/>
              <a:ea typeface="Calibri (MS) Bold"/>
              <a:cs typeface="Calibri (MS) Bold"/>
            </a:endParaRPr>
          </a:p>
          <a:p>
            <a:pPr algn="just">
              <a:lnSpc>
                <a:spcPts val="2448"/>
              </a:lnSpc>
            </a:pPr>
            <a:r>
              <a:rPr lang="en-US" sz="2000" b="1">
                <a:solidFill>
                  <a:srgbClr val="000000"/>
                </a:solidFill>
                <a:latin typeface="Calibri (MS) Bold"/>
                <a:ea typeface="Calibri (MS) Bold"/>
                <a:cs typeface="Calibri (MS) Bold"/>
                <a:sym typeface="Calibri (MS) Bold"/>
              </a:rPr>
              <a:t>                                                                      </a:t>
            </a:r>
            <a:r>
              <a:rPr lang="en-US" sz="2000">
                <a:solidFill>
                  <a:srgbClr val="000000"/>
                </a:solidFill>
                <a:latin typeface="Calibri (MS)"/>
                <a:ea typeface="Calibri (MS)"/>
                <a:cs typeface="Calibri (MS)"/>
                <a:sym typeface="Calibri (MS)"/>
              </a:rPr>
              <a:t>1. AARON THOMAS C         JEC23CS001</a:t>
            </a:r>
            <a:endParaRPr lang="en-US" sz="2000">
              <a:solidFill>
                <a:srgbClr val="000000"/>
              </a:solidFill>
              <a:latin typeface="Calibri (MS)"/>
              <a:ea typeface="Calibri (MS)"/>
              <a:cs typeface="Calibri (MS)"/>
            </a:endParaRPr>
          </a:p>
          <a:p>
            <a:pPr algn="just">
              <a:lnSpc>
                <a:spcPts val="2448"/>
              </a:lnSpc>
            </a:pPr>
            <a:r>
              <a:rPr lang="en-US" sz="2000">
                <a:solidFill>
                  <a:srgbClr val="000000"/>
                </a:solidFill>
                <a:latin typeface="Calibri (MS)"/>
                <a:ea typeface="Calibri (MS)"/>
                <a:cs typeface="Calibri (MS)"/>
                <a:sym typeface="Calibri (MS)"/>
              </a:rPr>
              <a:t>                                                                      2. ABHINAND T                    JEC23CS004</a:t>
            </a:r>
            <a:endParaRPr lang="en-US" sz="2000">
              <a:solidFill>
                <a:srgbClr val="000000"/>
              </a:solidFill>
              <a:latin typeface="Calibri (MS)"/>
              <a:ea typeface="Calibri (MS)"/>
              <a:cs typeface="Calibri (MS)"/>
            </a:endParaRPr>
          </a:p>
          <a:p>
            <a:pPr algn="just">
              <a:lnSpc>
                <a:spcPts val="2448"/>
              </a:lnSpc>
            </a:pPr>
            <a:r>
              <a:rPr lang="en-US" sz="2000">
                <a:solidFill>
                  <a:srgbClr val="000000"/>
                </a:solidFill>
                <a:latin typeface="Calibri (MS)"/>
                <a:ea typeface="Calibri (MS)"/>
                <a:cs typeface="Calibri (MS)"/>
                <a:sym typeface="Calibri (MS)"/>
              </a:rPr>
              <a:t>                                                                      3. ABHINAV ARUN              JEC23CS005</a:t>
            </a:r>
            <a:endParaRPr lang="en-US" sz="2000">
              <a:solidFill>
                <a:srgbClr val="000000"/>
              </a:solidFill>
              <a:latin typeface="Calibri (MS)"/>
              <a:ea typeface="Calibri (MS)"/>
              <a:cs typeface="Calibri (MS)"/>
            </a:endParaRPr>
          </a:p>
          <a:p>
            <a:pPr algn="just">
              <a:lnSpc>
                <a:spcPts val="2448"/>
              </a:lnSpc>
            </a:pPr>
            <a:r>
              <a:rPr lang="en-US" sz="2000">
                <a:solidFill>
                  <a:srgbClr val="000000"/>
                </a:solidFill>
                <a:latin typeface="Calibri (MS)"/>
                <a:ea typeface="Calibri (MS)"/>
                <a:cs typeface="Calibri (MS)"/>
                <a:sym typeface="Calibri (MS)"/>
              </a:rPr>
              <a:t>                                                                      4. ABHIRAM S                      JEC23CS010</a:t>
            </a:r>
            <a:endParaRPr lang="en-US" sz="2000">
              <a:solidFill>
                <a:srgbClr val="000000"/>
              </a:solidFill>
              <a:latin typeface="Calibri (MS)"/>
              <a:ea typeface="Calibri (MS)"/>
              <a:cs typeface="Calibri (MS)"/>
            </a:endParaRPr>
          </a:p>
          <a:p>
            <a:pPr algn="just">
              <a:lnSpc>
                <a:spcPts val="2688"/>
              </a:lnSpc>
            </a:pPr>
            <a:r>
              <a:rPr lang="en-US" sz="2200">
                <a:solidFill>
                  <a:srgbClr val="000000"/>
                </a:solidFill>
                <a:latin typeface="Calibri (MS)"/>
                <a:ea typeface="Calibri (MS)"/>
                <a:cs typeface="Calibri (MS)"/>
                <a:sym typeface="Calibri (MS)"/>
              </a:rPr>
              <a:t>                                                                      </a:t>
            </a:r>
            <a:endParaRPr lang="en-US" sz="2200">
              <a:solidFill>
                <a:srgbClr val="000000"/>
              </a:solidFill>
              <a:latin typeface="Calibri (MS)"/>
              <a:ea typeface="Calibri (MS)"/>
              <a:cs typeface="Calibri (MS)"/>
            </a:endParaRPr>
          </a:p>
          <a:p>
            <a:pPr algn="l">
              <a:lnSpc>
                <a:spcPts val="2688"/>
              </a:lnSpc>
            </a:pPr>
            <a:endParaRPr lang="en-US" sz="2200">
              <a:solidFill>
                <a:srgbClr val="000000"/>
              </a:solidFill>
              <a:latin typeface="Calibri (MS)"/>
              <a:ea typeface="Calibri (MS)"/>
              <a:cs typeface="Calibri (MS)"/>
            </a:endParaRPr>
          </a:p>
          <a:p>
            <a:pPr algn="l">
              <a:lnSpc>
                <a:spcPts val="2688"/>
              </a:lnSpc>
            </a:pPr>
            <a:r>
              <a:rPr lang="en-US" sz="2200" b="1">
                <a:solidFill>
                  <a:srgbClr val="000000"/>
                </a:solidFill>
                <a:latin typeface="Calibri (MS) Bold"/>
                <a:ea typeface="Calibri (MS) Bold"/>
                <a:cs typeface="Calibri (MS) Bold"/>
                <a:sym typeface="Calibri (MS) Bold"/>
              </a:rPr>
              <a:t>        </a:t>
            </a:r>
            <a:r>
              <a:rPr lang="en-US" sz="2200">
                <a:solidFill>
                  <a:srgbClr val="000000"/>
                </a:solidFill>
                <a:latin typeface="Calibri (MS)"/>
                <a:ea typeface="Calibri (MS)"/>
                <a:cs typeface="Calibri (MS)"/>
                <a:sym typeface="Calibri (MS)"/>
              </a:rPr>
              <a:t>                                                    		</a:t>
            </a:r>
            <a:r>
              <a:rPr lang="en-US" sz="2200" b="1">
                <a:solidFill>
                  <a:srgbClr val="000000"/>
                </a:solidFill>
                <a:latin typeface="Calibri (MS) Bold"/>
                <a:ea typeface="Calibri (MS) Bold"/>
                <a:cs typeface="Calibri (MS) Bold"/>
                <a:sym typeface="Calibri (MS) Bold"/>
              </a:rPr>
              <a:t>       </a:t>
            </a:r>
            <a:endParaRPr lang="en-US" sz="2200" b="1">
              <a:solidFill>
                <a:srgbClr val="000000"/>
              </a:solidFill>
              <a:latin typeface="Calibri (MS) Bold"/>
              <a:ea typeface="Calibri (MS) Bold"/>
              <a:cs typeface="Calibri (MS) Bold"/>
            </a:endParaRPr>
          </a:p>
          <a:p>
            <a:pPr algn="just">
              <a:lnSpc>
                <a:spcPts val="2688"/>
              </a:lnSpc>
            </a:pPr>
            <a:r>
              <a:rPr lang="en-US" sz="2200">
                <a:solidFill>
                  <a:srgbClr val="000000"/>
                </a:solidFill>
                <a:latin typeface="Calibri (MS)"/>
                <a:ea typeface="Calibri (MS)"/>
                <a:cs typeface="Calibri (MS)"/>
                <a:sym typeface="Calibri (MS)"/>
              </a:rPr>
              <a:t>		                       			      </a:t>
            </a:r>
            <a:endParaRPr lang="en-US" sz="2200">
              <a:solidFill>
                <a:srgbClr val="000000"/>
              </a:solidFill>
              <a:latin typeface="Calibri (MS)"/>
              <a:ea typeface="Calibri (MS)"/>
              <a:cs typeface="Calibri (MS)"/>
            </a:endParaRPr>
          </a:p>
        </p:txBody>
      </p:sp>
      <p:grpSp>
        <p:nvGrpSpPr>
          <p:cNvPr id="5" name="Group 5"/>
          <p:cNvGrpSpPr/>
          <p:nvPr/>
        </p:nvGrpSpPr>
        <p:grpSpPr>
          <a:xfrm>
            <a:off x="9283472" y="6695932"/>
            <a:ext cx="2596483" cy="587473"/>
            <a:chOff x="0" y="-264641"/>
            <a:chExt cx="3461977" cy="783297"/>
          </a:xfrm>
        </p:grpSpPr>
        <p:sp>
          <p:nvSpPr>
            <p:cNvPr id="6" name="Freeform 6"/>
            <p:cNvSpPr/>
            <p:nvPr/>
          </p:nvSpPr>
          <p:spPr>
            <a:xfrm>
              <a:off x="0" y="0"/>
              <a:ext cx="3034112" cy="518656"/>
            </a:xfrm>
            <a:custGeom>
              <a:avLst/>
              <a:gdLst/>
              <a:ahLst/>
              <a:cxnLst/>
              <a:rect l="l" t="t" r="r" b="b"/>
              <a:pathLst>
                <a:path w="3034112" h="518656">
                  <a:moveTo>
                    <a:pt x="0" y="0"/>
                  </a:moveTo>
                  <a:lnTo>
                    <a:pt x="3034112" y="0"/>
                  </a:lnTo>
                  <a:lnTo>
                    <a:pt x="3034112" y="518656"/>
                  </a:lnTo>
                  <a:lnTo>
                    <a:pt x="0" y="518656"/>
                  </a:lnTo>
                  <a:close/>
                </a:path>
              </a:pathLst>
            </a:custGeom>
            <a:blipFill>
              <a:blip r:embed="rId4">
                <a:alphaModFix amt="0"/>
              </a:blip>
              <a:stretch>
                <a:fillRect t="-63986" b="-63986"/>
              </a:stretch>
            </a:blipFill>
          </p:spPr>
        </p:sp>
        <p:sp>
          <p:nvSpPr>
            <p:cNvPr id="7" name="TextBox 7"/>
            <p:cNvSpPr txBox="1"/>
            <p:nvPr/>
          </p:nvSpPr>
          <p:spPr>
            <a:xfrm>
              <a:off x="427871" y="-264641"/>
              <a:ext cx="3034106" cy="547231"/>
            </a:xfrm>
            <a:prstGeom prst="rect">
              <a:avLst/>
            </a:prstGeom>
          </p:spPr>
          <p:txBody>
            <a:bodyPr lIns="0" tIns="0" rIns="0" bIns="0" rtlCol="0" anchor="ctr"/>
            <a:lstStyle/>
            <a:p>
              <a:pPr algn="l">
                <a:lnSpc>
                  <a:spcPts val="1535"/>
                </a:lnSpc>
              </a:pPr>
              <a:r>
                <a:rPr lang="en-US" sz="1250" b="1">
                  <a:solidFill>
                    <a:srgbClr val="000000"/>
                  </a:solidFill>
                  <a:latin typeface="Calibri (MS)"/>
                  <a:ea typeface="Calibri (MS)"/>
                  <a:cs typeface="Calibri (MS)"/>
                </a:rPr>
                <a:t>1</a:t>
              </a:r>
              <a:endParaRPr lang="en-US" sz="1250" b="1">
                <a:latin typeface="Calibri (MS)"/>
                <a:ea typeface="Calibri (MS)"/>
                <a:cs typeface="Calibri (MS)"/>
              </a:endParaRPr>
            </a:p>
          </p:txBody>
        </p:sp>
      </p:grpSp>
      <p:sp>
        <p:nvSpPr>
          <p:cNvPr id="8" name="TextBox 8"/>
          <p:cNvSpPr txBox="1"/>
          <p:nvPr/>
        </p:nvSpPr>
        <p:spPr>
          <a:xfrm>
            <a:off x="3414494" y="6987323"/>
            <a:ext cx="5590365" cy="285017"/>
          </a:xfrm>
          <a:prstGeom prst="rect">
            <a:avLst/>
          </a:prstGeom>
        </p:spPr>
        <p:txBody>
          <a:bodyPr lIns="0" tIns="0" rIns="0" bIns="0" rtlCol="0" anchor="t">
            <a:spAutoFit/>
          </a:bodyPr>
          <a:lstStyle/>
          <a:p>
            <a:pPr algn="l">
              <a:lnSpc>
                <a:spcPts val="2047"/>
              </a:lnSpc>
            </a:pPr>
            <a:r>
              <a:rPr lang="en-US" sz="1706">
                <a:solidFill>
                  <a:srgbClr val="000000"/>
                </a:solidFill>
                <a:latin typeface="Times New Roman"/>
                <a:ea typeface="Times New Roman"/>
                <a:cs typeface="Times New Roman"/>
                <a:sym typeface="Times New Roman"/>
              </a:rPr>
              <a:t>                     CSE</a:t>
            </a:r>
            <a:r>
              <a:rPr lang="en-US" sz="1706" b="1">
                <a:solidFill>
                  <a:srgbClr val="000000"/>
                </a:solidFill>
                <a:latin typeface="Times New Roman Bold"/>
                <a:ea typeface="Times New Roman Bold"/>
                <a:cs typeface="Times New Roman Bold"/>
                <a:sym typeface="Times New Roman Bold"/>
              </a:rPr>
              <a:t> </a:t>
            </a:r>
            <a:r>
              <a:rPr lang="en-US" sz="1706">
                <a:solidFill>
                  <a:srgbClr val="000000"/>
                </a:solidFill>
                <a:latin typeface="Times New Roman"/>
                <a:ea typeface="Times New Roman"/>
                <a:cs typeface="Times New Roman"/>
                <a:sym typeface="Times New Roman"/>
              </a:rPr>
              <a:t>Department, JECC</a:t>
            </a:r>
          </a:p>
        </p:txBody>
      </p:sp>
      <p:grpSp>
        <p:nvGrpSpPr>
          <p:cNvPr id="9" name="Group 9"/>
          <p:cNvGrpSpPr/>
          <p:nvPr/>
        </p:nvGrpSpPr>
        <p:grpSpPr>
          <a:xfrm>
            <a:off x="731520" y="1988114"/>
            <a:ext cx="8054588" cy="1750094"/>
            <a:chOff x="0" y="-269871"/>
            <a:chExt cx="10739450" cy="2333459"/>
          </a:xfrm>
        </p:grpSpPr>
        <p:sp>
          <p:nvSpPr>
            <p:cNvPr id="10" name="Freeform 10"/>
            <p:cNvSpPr/>
            <p:nvPr/>
          </p:nvSpPr>
          <p:spPr>
            <a:xfrm>
              <a:off x="0" y="0"/>
              <a:ext cx="10739446" cy="2063588"/>
            </a:xfrm>
            <a:custGeom>
              <a:avLst/>
              <a:gdLst/>
              <a:ahLst/>
              <a:cxnLst/>
              <a:rect l="l" t="t" r="r" b="b"/>
              <a:pathLst>
                <a:path w="10739446" h="2063588">
                  <a:moveTo>
                    <a:pt x="0" y="0"/>
                  </a:moveTo>
                  <a:lnTo>
                    <a:pt x="10739446" y="0"/>
                  </a:lnTo>
                  <a:lnTo>
                    <a:pt x="10739446" y="2063588"/>
                  </a:lnTo>
                  <a:lnTo>
                    <a:pt x="0" y="2063588"/>
                  </a:lnTo>
                  <a:close/>
                </a:path>
              </a:pathLst>
            </a:custGeom>
            <a:blipFill>
              <a:blip r:embed="rId4">
                <a:alphaModFix amt="0"/>
              </a:blip>
              <a:stretch>
                <a:fillRect t="-62749" b="-40060"/>
              </a:stretch>
            </a:blipFill>
          </p:spPr>
        </p:sp>
        <p:sp>
          <p:nvSpPr>
            <p:cNvPr id="11" name="TextBox 11"/>
            <p:cNvSpPr txBox="1"/>
            <p:nvPr/>
          </p:nvSpPr>
          <p:spPr>
            <a:xfrm>
              <a:off x="0" y="-269871"/>
              <a:ext cx="10739450" cy="2082635"/>
            </a:xfrm>
            <a:prstGeom prst="rect">
              <a:avLst/>
            </a:prstGeom>
          </p:spPr>
          <p:txBody>
            <a:bodyPr lIns="0" tIns="0" rIns="0" bIns="0" rtlCol="0" anchor="ctr"/>
            <a:lstStyle/>
            <a:p>
              <a:pPr algn="ctr">
                <a:lnSpc>
                  <a:spcPts val="5279"/>
                </a:lnSpc>
              </a:pPr>
              <a:endParaRPr lang="en-US">
                <a:ea typeface="Calibri"/>
                <a:cs typeface="Calibri"/>
              </a:endParaRPr>
            </a:p>
            <a:p>
              <a:pPr algn="ctr">
                <a:lnSpc>
                  <a:spcPts val="5279"/>
                </a:lnSpc>
              </a:pPr>
              <a:r>
                <a:rPr lang="en-US" sz="4350">
                  <a:solidFill>
                    <a:srgbClr val="C0504D"/>
                  </a:solidFill>
                  <a:latin typeface="Times New Roman"/>
                  <a:ea typeface="Times New Roman"/>
                  <a:cs typeface="Times New Roman"/>
                  <a:sym typeface="Times New Roman"/>
                </a:rPr>
                <a:t>AI BASED PARKING SYSTEM</a:t>
              </a:r>
              <a:endParaRPr lang="en-US" sz="4350">
                <a:solidFill>
                  <a:srgbClr val="C0504D"/>
                </a:solidFill>
                <a:latin typeface="Times New Roman"/>
                <a:ea typeface="Times New Roman"/>
                <a:cs typeface="Times New Roman"/>
              </a:endParaRPr>
            </a:p>
          </p:txBody>
        </p:sp>
      </p:grpSp>
      <p:grpSp>
        <p:nvGrpSpPr>
          <p:cNvPr id="12" name="Group 12"/>
          <p:cNvGrpSpPr/>
          <p:nvPr/>
        </p:nvGrpSpPr>
        <p:grpSpPr>
          <a:xfrm>
            <a:off x="11773" y="14697"/>
            <a:ext cx="9753600" cy="1627289"/>
            <a:chOff x="0" y="0"/>
            <a:chExt cx="13004800" cy="2169719"/>
          </a:xfrm>
        </p:grpSpPr>
        <p:sp>
          <p:nvSpPr>
            <p:cNvPr id="13" name="Freeform 13"/>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5"/>
              <a:stretch>
                <a:fillRect r="-104" b="-2"/>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3"/>
              <a:stretch>
                <a:fillRect b="-45"/>
              </a:stretch>
            </a:blipFill>
          </p:spPr>
        </p:sp>
      </p:grpSp>
      <p:sp>
        <p:nvSpPr>
          <p:cNvPr id="4" name="TextBox 4"/>
          <p:cNvSpPr txBox="1"/>
          <p:nvPr/>
        </p:nvSpPr>
        <p:spPr>
          <a:xfrm>
            <a:off x="120748" y="1783604"/>
            <a:ext cx="9479680" cy="5531596"/>
          </a:xfrm>
          <a:prstGeom prst="rect">
            <a:avLst/>
          </a:prstGeom>
        </p:spPr>
        <p:txBody>
          <a:bodyPr lIns="0" tIns="0" rIns="0" bIns="0" rtlCol="0" anchor="t">
            <a:spAutoFit/>
          </a:bodyPr>
          <a:lstStyle/>
          <a:p>
            <a:pPr algn="ctr">
              <a:lnSpc>
                <a:spcPts val="3225"/>
              </a:lnSpc>
            </a:pPr>
            <a:r>
              <a:rPr lang="en-US" sz="2986">
                <a:solidFill>
                  <a:srgbClr val="000000"/>
                </a:solidFill>
                <a:latin typeface="Times New Roman"/>
                <a:ea typeface="Times New Roman"/>
                <a:cs typeface="Times New Roman"/>
                <a:sym typeface="Times New Roman"/>
              </a:rPr>
              <a:t>DEPARTMENT OF COMPUTER SCIENCE &amp;                 ENGINEERING</a:t>
            </a:r>
          </a:p>
          <a:p>
            <a:pPr algn="ctr">
              <a:lnSpc>
                <a:spcPts val="2419"/>
              </a:lnSpc>
            </a:pPr>
            <a:r>
              <a:rPr lang="en-US" sz="2240">
                <a:solidFill>
                  <a:srgbClr val="000000"/>
                </a:solidFill>
                <a:latin typeface="Times New Roman"/>
                <a:ea typeface="Times New Roman"/>
                <a:cs typeface="Times New Roman"/>
                <a:sym typeface="Times New Roman"/>
              </a:rPr>
              <a:t> Vision of the Department</a:t>
            </a:r>
          </a:p>
          <a:p>
            <a:pPr algn="l">
              <a:lnSpc>
                <a:spcPts val="2073"/>
              </a:lnSpc>
            </a:pPr>
            <a:r>
              <a:rPr lang="en-US" sz="1920">
                <a:solidFill>
                  <a:srgbClr val="000000"/>
                </a:solidFill>
                <a:latin typeface="Times New Roman"/>
                <a:ea typeface="Times New Roman"/>
                <a:cs typeface="Times New Roman"/>
                <a:sym typeface="Times New Roman"/>
              </a:rPr>
              <a:t>Creating eminent and ethical leaders in the domain of Computational Sciences through quality</a:t>
            </a:r>
          </a:p>
          <a:p>
            <a:pPr algn="l">
              <a:lnSpc>
                <a:spcPts val="2073"/>
              </a:lnSpc>
            </a:pPr>
            <a:r>
              <a:rPr lang="en-US" sz="1920">
                <a:solidFill>
                  <a:srgbClr val="000000"/>
                </a:solidFill>
                <a:latin typeface="Times New Roman"/>
                <a:ea typeface="Times New Roman"/>
                <a:cs typeface="Times New Roman"/>
                <a:sym typeface="Times New Roman"/>
              </a:rPr>
              <a:t>professional education with a focus on holistic learning and excellence.</a:t>
            </a:r>
          </a:p>
          <a:p>
            <a:pPr algn="ctr">
              <a:lnSpc>
                <a:spcPts val="2419"/>
              </a:lnSpc>
            </a:pPr>
            <a:r>
              <a:rPr lang="en-US" sz="2240">
                <a:solidFill>
                  <a:srgbClr val="000000"/>
                </a:solidFill>
                <a:latin typeface="Times New Roman"/>
                <a:ea typeface="Times New Roman"/>
                <a:cs typeface="Times New Roman"/>
                <a:sym typeface="Times New Roman"/>
              </a:rPr>
              <a:t>   Mission of the Department</a:t>
            </a:r>
          </a:p>
          <a:p>
            <a:pPr marL="362057" lvl="1" indent="-181029" algn="l">
              <a:lnSpc>
                <a:spcPts val="1958"/>
              </a:lnSpc>
              <a:buFont typeface="Arial"/>
              <a:buChar char="•"/>
            </a:pPr>
            <a:r>
              <a:rPr lang="en-US" sz="1813">
                <a:solidFill>
                  <a:srgbClr val="000000"/>
                </a:solidFill>
                <a:latin typeface="Times New Roman"/>
                <a:ea typeface="Times New Roman"/>
                <a:cs typeface="Times New Roman"/>
                <a:sym typeface="Times New Roman"/>
              </a:rPr>
              <a:t>To create technically competent and ethically conscious graduates in the field of Computer</a:t>
            </a:r>
          </a:p>
          <a:p>
            <a:pPr marL="362057" lvl="1" indent="-181029" algn="l">
              <a:lnSpc>
                <a:spcPts val="1958"/>
              </a:lnSpc>
            </a:pPr>
            <a:r>
              <a:rPr lang="en-US" sz="1813">
                <a:solidFill>
                  <a:srgbClr val="000000"/>
                </a:solidFill>
                <a:latin typeface="Times New Roman"/>
                <a:ea typeface="Times New Roman"/>
                <a:cs typeface="Times New Roman"/>
                <a:sym typeface="Times New Roman"/>
              </a:rPr>
              <a:t>         Science and Engineering by encouraging holistic learning and excellence.</a:t>
            </a:r>
          </a:p>
          <a:p>
            <a:pPr marL="362057" lvl="1" indent="-181029" algn="l">
              <a:lnSpc>
                <a:spcPts val="1958"/>
              </a:lnSpc>
              <a:buFont typeface="Arial"/>
              <a:buChar char="•"/>
            </a:pPr>
            <a:r>
              <a:rPr lang="en-US" sz="1813">
                <a:solidFill>
                  <a:srgbClr val="000000"/>
                </a:solidFill>
                <a:latin typeface="Times New Roman"/>
                <a:ea typeface="Times New Roman"/>
                <a:cs typeface="Times New Roman"/>
                <a:sym typeface="Times New Roman"/>
              </a:rPr>
              <a:t>To prepare students for careers in Industry, Academia and the Government.</a:t>
            </a:r>
          </a:p>
          <a:p>
            <a:pPr marL="362057" lvl="1" indent="-181029" algn="l">
              <a:lnSpc>
                <a:spcPts val="1958"/>
              </a:lnSpc>
              <a:buFont typeface="Arial"/>
              <a:buChar char="•"/>
            </a:pPr>
            <a:r>
              <a:rPr lang="en-US" sz="1813">
                <a:solidFill>
                  <a:srgbClr val="000000"/>
                </a:solidFill>
                <a:latin typeface="Times New Roman"/>
                <a:ea typeface="Times New Roman"/>
                <a:cs typeface="Times New Roman"/>
                <a:sym typeface="Times New Roman"/>
              </a:rPr>
              <a:t>To instill Entrepreneurial Orientation and research motivation among the students of the</a:t>
            </a:r>
          </a:p>
          <a:p>
            <a:pPr marL="362057" lvl="1" indent="-181029" algn="l">
              <a:lnSpc>
                <a:spcPts val="1958"/>
              </a:lnSpc>
            </a:pPr>
            <a:r>
              <a:rPr lang="en-US" sz="1813">
                <a:solidFill>
                  <a:srgbClr val="000000"/>
                </a:solidFill>
                <a:latin typeface="Times New Roman"/>
                <a:ea typeface="Times New Roman"/>
                <a:cs typeface="Times New Roman"/>
                <a:sym typeface="Times New Roman"/>
              </a:rPr>
              <a:t>         department.</a:t>
            </a:r>
          </a:p>
          <a:p>
            <a:pPr marL="362057" lvl="1" indent="-181029" algn="l">
              <a:lnSpc>
                <a:spcPts val="1958"/>
              </a:lnSpc>
              <a:buFont typeface="Arial"/>
              <a:buChar char="•"/>
            </a:pPr>
            <a:r>
              <a:rPr lang="en-US" sz="1813">
                <a:solidFill>
                  <a:srgbClr val="000000"/>
                </a:solidFill>
                <a:latin typeface="Times New Roman"/>
                <a:ea typeface="Times New Roman"/>
                <a:cs typeface="Times New Roman"/>
                <a:sym typeface="Times New Roman"/>
              </a:rPr>
              <a:t>To emerge as a leader in education in the region by encouraging teaching, learning, industry</a:t>
            </a:r>
          </a:p>
          <a:p>
            <a:pPr marL="362057" lvl="1" indent="-181029" algn="l">
              <a:lnSpc>
                <a:spcPts val="1958"/>
              </a:lnSpc>
            </a:pPr>
            <a:r>
              <a:rPr lang="en-US" sz="1813">
                <a:solidFill>
                  <a:srgbClr val="000000"/>
                </a:solidFill>
                <a:latin typeface="Times New Roman"/>
                <a:ea typeface="Times New Roman"/>
                <a:cs typeface="Times New Roman"/>
                <a:sym typeface="Times New Roman"/>
              </a:rPr>
              <a:t>         and societal connect.</a:t>
            </a:r>
          </a:p>
          <a:p>
            <a:pPr marL="362057" lvl="1" indent="-181029" algn="l">
              <a:lnSpc>
                <a:spcPts val="1958"/>
              </a:lnSpc>
            </a:pPr>
            <a:endParaRPr lang="en-US" sz="1813">
              <a:solidFill>
                <a:srgbClr val="000000"/>
              </a:solidFill>
              <a:latin typeface="Times New Roman"/>
              <a:ea typeface="Times New Roman"/>
              <a:cs typeface="Times New Roman"/>
              <a:sym typeface="Times New Roman"/>
            </a:endParaRPr>
          </a:p>
          <a:p>
            <a:pPr marL="362057" lvl="1" indent="-181029" algn="l">
              <a:lnSpc>
                <a:spcPts val="1958"/>
              </a:lnSpc>
            </a:pPr>
            <a:endParaRPr lang="en-US" sz="1813">
              <a:solidFill>
                <a:srgbClr val="000000"/>
              </a:solidFill>
              <a:latin typeface="Times New Roman"/>
              <a:ea typeface="Times New Roman"/>
              <a:cs typeface="Times New Roman"/>
              <a:sym typeface="Times New Roman"/>
            </a:endParaRPr>
          </a:p>
          <a:p>
            <a:pPr marL="362057" lvl="1" indent="-181029" algn="l">
              <a:lnSpc>
                <a:spcPts val="1958"/>
              </a:lnSpc>
            </a:pPr>
            <a:endParaRPr lang="en-US" sz="1813">
              <a:solidFill>
                <a:srgbClr val="000000"/>
              </a:solidFill>
              <a:latin typeface="Times New Roman"/>
              <a:ea typeface="Times New Roman"/>
              <a:cs typeface="Times New Roman"/>
              <a:sym typeface="Times New Roman"/>
            </a:endParaRPr>
          </a:p>
        </p:txBody>
      </p:sp>
      <p:sp>
        <p:nvSpPr>
          <p:cNvPr id="5" name="TextBox 5"/>
          <p:cNvSpPr txBox="1"/>
          <p:nvPr/>
        </p:nvSpPr>
        <p:spPr>
          <a:xfrm>
            <a:off x="9218657" y="6781990"/>
            <a:ext cx="402431" cy="487651"/>
          </a:xfrm>
          <a:prstGeom prst="rect">
            <a:avLst/>
          </a:prstGeom>
        </p:spPr>
        <p:txBody>
          <a:bodyPr lIns="0" tIns="0" rIns="0" bIns="0" rtlCol="0" anchor="t">
            <a:spAutoFit/>
          </a:bodyPr>
          <a:lstStyle/>
          <a:p>
            <a:pPr algn="r">
              <a:lnSpc>
                <a:spcPts val="1663"/>
              </a:lnSpc>
            </a:pPr>
            <a:r>
              <a:rPr lang="en-US" sz="1386">
                <a:solidFill>
                  <a:srgbClr val="000000"/>
                </a:solidFill>
                <a:latin typeface="Arial"/>
                <a:ea typeface="Arial"/>
                <a:cs typeface="Arial"/>
                <a:sym typeface="Arial"/>
              </a:rPr>
              <a:t>2</a:t>
            </a:r>
          </a:p>
        </p:txBody>
      </p:sp>
      <p:grpSp>
        <p:nvGrpSpPr>
          <p:cNvPr id="6" name="Group 6"/>
          <p:cNvGrpSpPr/>
          <p:nvPr/>
        </p:nvGrpSpPr>
        <p:grpSpPr>
          <a:xfrm>
            <a:off x="11773" y="14697"/>
            <a:ext cx="9753600" cy="1627289"/>
            <a:chOff x="0" y="0"/>
            <a:chExt cx="13004800" cy="2169719"/>
          </a:xfrm>
        </p:grpSpPr>
        <p:sp>
          <p:nvSpPr>
            <p:cNvPr id="7" name="Freeform 7"/>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4"/>
              <a:stretch>
                <a:fillRect r="-104" b="-2"/>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3"/>
              <a:stretch>
                <a:fillRect b="-45"/>
              </a:stretch>
            </a:blipFill>
          </p:spPr>
        </p:sp>
      </p:grpSp>
      <p:sp>
        <p:nvSpPr>
          <p:cNvPr id="4" name="TextBox 4"/>
          <p:cNvSpPr txBox="1"/>
          <p:nvPr/>
        </p:nvSpPr>
        <p:spPr>
          <a:xfrm>
            <a:off x="487680" y="1716405"/>
            <a:ext cx="8777916" cy="5487753"/>
          </a:xfrm>
          <a:prstGeom prst="rect">
            <a:avLst/>
          </a:prstGeom>
        </p:spPr>
        <p:txBody>
          <a:bodyPr lIns="0" tIns="0" rIns="0" bIns="0" rtlCol="0" anchor="t">
            <a:spAutoFit/>
          </a:bodyPr>
          <a:lstStyle/>
          <a:p>
            <a:pPr algn="ctr">
              <a:lnSpc>
                <a:spcPts val="3225"/>
              </a:lnSpc>
            </a:pPr>
            <a:r>
              <a:rPr lang="en-US" sz="2986">
                <a:solidFill>
                  <a:srgbClr val="000000"/>
                </a:solidFill>
                <a:latin typeface="Times New Roman"/>
                <a:ea typeface="Times New Roman"/>
                <a:cs typeface="Times New Roman"/>
                <a:sym typeface="Times New Roman"/>
              </a:rPr>
              <a:t>Programme Educational Objectives (PEOs)</a:t>
            </a:r>
          </a:p>
          <a:p>
            <a:pPr algn="ctr">
              <a:lnSpc>
                <a:spcPts val="2073"/>
              </a:lnSpc>
            </a:pPr>
            <a:endParaRPr lang="en-US" sz="2986">
              <a:solidFill>
                <a:srgbClr val="000000"/>
              </a:solidFill>
              <a:latin typeface="Times New Roman"/>
              <a:ea typeface="Times New Roman"/>
              <a:cs typeface="Times New Roman"/>
              <a:sym typeface="Times New Roman"/>
            </a:endParaRPr>
          </a:p>
          <a:p>
            <a:pPr algn="l">
              <a:lnSpc>
                <a:spcPts val="2073"/>
              </a:lnSpc>
            </a:pPr>
            <a:r>
              <a:rPr lang="en-US" sz="1920">
                <a:solidFill>
                  <a:srgbClr val="000000"/>
                </a:solidFill>
                <a:latin typeface="Times New Roman"/>
                <a:ea typeface="Times New Roman"/>
                <a:cs typeface="Times New Roman"/>
                <a:sym typeface="Times New Roman"/>
              </a:rPr>
              <a:t>1. The graduates shall have sound knowledge of Mathematics, Science, Engineering and</a:t>
            </a:r>
          </a:p>
          <a:p>
            <a:pPr algn="l">
              <a:lnSpc>
                <a:spcPts val="2073"/>
              </a:lnSpc>
            </a:pPr>
            <a:r>
              <a:rPr lang="en-US" sz="1920">
                <a:solidFill>
                  <a:srgbClr val="000000"/>
                </a:solidFill>
                <a:latin typeface="Times New Roman"/>
                <a:ea typeface="Times New Roman"/>
                <a:cs typeface="Times New Roman"/>
                <a:sym typeface="Times New Roman"/>
              </a:rPr>
              <a:t>Management to be able to offer practical software and hardware solutions for the problems of</a:t>
            </a:r>
          </a:p>
          <a:p>
            <a:pPr algn="l">
              <a:lnSpc>
                <a:spcPts val="2073"/>
              </a:lnSpc>
            </a:pPr>
            <a:r>
              <a:rPr lang="en-US" sz="1920">
                <a:solidFill>
                  <a:srgbClr val="000000"/>
                </a:solidFill>
                <a:latin typeface="Times New Roman"/>
                <a:ea typeface="Times New Roman"/>
                <a:cs typeface="Times New Roman"/>
                <a:sym typeface="Times New Roman"/>
              </a:rPr>
              <a:t>industry and society at large.</a:t>
            </a:r>
          </a:p>
          <a:p>
            <a:pPr algn="l">
              <a:lnSpc>
                <a:spcPts val="2073"/>
              </a:lnSpc>
            </a:pPr>
            <a:r>
              <a:rPr lang="en-US" sz="1920">
                <a:solidFill>
                  <a:srgbClr val="000000"/>
                </a:solidFill>
                <a:latin typeface="Times New Roman"/>
                <a:ea typeface="Times New Roman"/>
                <a:cs typeface="Times New Roman"/>
                <a:sym typeface="Times New Roman"/>
              </a:rPr>
              <a:t>2. The graduates shall be able to establish themselves as practicing professionals, researchers or</a:t>
            </a:r>
          </a:p>
          <a:p>
            <a:pPr algn="l">
              <a:lnSpc>
                <a:spcPts val="2073"/>
              </a:lnSpc>
            </a:pPr>
            <a:r>
              <a:rPr lang="en-US" sz="1920">
                <a:solidFill>
                  <a:srgbClr val="000000"/>
                </a:solidFill>
                <a:latin typeface="Times New Roman"/>
                <a:ea typeface="Times New Roman"/>
                <a:cs typeface="Times New Roman"/>
                <a:sym typeface="Times New Roman"/>
              </a:rPr>
              <a:t>Entrepreneurs in computer science or allied areas and shall also be able to pursue higher</a:t>
            </a:r>
          </a:p>
          <a:p>
            <a:pPr algn="l">
              <a:lnSpc>
                <a:spcPts val="2073"/>
              </a:lnSpc>
            </a:pPr>
            <a:r>
              <a:rPr lang="en-US" sz="1920">
                <a:solidFill>
                  <a:srgbClr val="000000"/>
                </a:solidFill>
                <a:latin typeface="Times New Roman"/>
                <a:ea typeface="Times New Roman"/>
                <a:cs typeface="Times New Roman"/>
                <a:sym typeface="Times New Roman"/>
              </a:rPr>
              <a:t>education in reputed institutes.</a:t>
            </a:r>
          </a:p>
          <a:p>
            <a:pPr algn="l">
              <a:lnSpc>
                <a:spcPts val="2073"/>
              </a:lnSpc>
            </a:pPr>
            <a:r>
              <a:rPr lang="en-US" sz="1920">
                <a:solidFill>
                  <a:srgbClr val="000000"/>
                </a:solidFill>
                <a:latin typeface="Times New Roman"/>
                <a:ea typeface="Times New Roman"/>
                <a:cs typeface="Times New Roman"/>
                <a:sym typeface="Times New Roman"/>
              </a:rPr>
              <a:t>3. The graduates shall be able to communicate effectively and work in multidisciplinary teams</a:t>
            </a:r>
          </a:p>
          <a:p>
            <a:pPr algn="l">
              <a:lnSpc>
                <a:spcPts val="2073"/>
              </a:lnSpc>
            </a:pPr>
            <a:r>
              <a:rPr lang="en-US" sz="1920">
                <a:solidFill>
                  <a:srgbClr val="000000"/>
                </a:solidFill>
                <a:latin typeface="Times New Roman"/>
                <a:ea typeface="Times New Roman"/>
                <a:cs typeface="Times New Roman"/>
                <a:sym typeface="Times New Roman"/>
              </a:rPr>
              <a:t>with team spirit demonstrating value driven and ethical leadership.</a:t>
            </a:r>
          </a:p>
          <a:p>
            <a:pPr algn="l">
              <a:lnSpc>
                <a:spcPts val="2073"/>
              </a:lnSpc>
            </a:pPr>
            <a:endParaRPr lang="en-US" sz="1920">
              <a:solidFill>
                <a:srgbClr val="000000"/>
              </a:solidFill>
              <a:latin typeface="Times New Roman"/>
              <a:ea typeface="Times New Roman"/>
              <a:cs typeface="Times New Roman"/>
              <a:sym typeface="Times New Roman"/>
            </a:endParaRPr>
          </a:p>
        </p:txBody>
      </p:sp>
      <p:sp>
        <p:nvSpPr>
          <p:cNvPr id="5" name="TextBox 5"/>
          <p:cNvSpPr txBox="1"/>
          <p:nvPr/>
        </p:nvSpPr>
        <p:spPr>
          <a:xfrm>
            <a:off x="9218657" y="6781990"/>
            <a:ext cx="402431" cy="487651"/>
          </a:xfrm>
          <a:prstGeom prst="rect">
            <a:avLst/>
          </a:prstGeom>
        </p:spPr>
        <p:txBody>
          <a:bodyPr lIns="0" tIns="0" rIns="0" bIns="0" rtlCol="0" anchor="t">
            <a:spAutoFit/>
          </a:bodyPr>
          <a:lstStyle/>
          <a:p>
            <a:pPr algn="r">
              <a:lnSpc>
                <a:spcPts val="1663"/>
              </a:lnSpc>
            </a:pPr>
            <a:r>
              <a:rPr lang="en-US" sz="1386">
                <a:solidFill>
                  <a:srgbClr val="000000"/>
                </a:solidFill>
                <a:latin typeface="Arial"/>
                <a:ea typeface="Arial"/>
                <a:cs typeface="Arial"/>
                <a:sym typeface="Arial"/>
              </a:rPr>
              <a:t>3</a:t>
            </a:r>
          </a:p>
        </p:txBody>
      </p:sp>
      <p:grpSp>
        <p:nvGrpSpPr>
          <p:cNvPr id="6" name="Group 6"/>
          <p:cNvGrpSpPr/>
          <p:nvPr/>
        </p:nvGrpSpPr>
        <p:grpSpPr>
          <a:xfrm>
            <a:off x="11773" y="14697"/>
            <a:ext cx="9753600" cy="1627289"/>
            <a:chOff x="0" y="0"/>
            <a:chExt cx="13004800" cy="2169719"/>
          </a:xfrm>
        </p:grpSpPr>
        <p:sp>
          <p:nvSpPr>
            <p:cNvPr id="7" name="Freeform 7"/>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4"/>
              <a:stretch>
                <a:fillRect r="-104" b="-2"/>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3"/>
              <a:stretch>
                <a:fillRect b="-45"/>
              </a:stretch>
            </a:blipFill>
          </p:spPr>
        </p:sp>
      </p:grpSp>
      <p:sp>
        <p:nvSpPr>
          <p:cNvPr id="4" name="TextBox 4"/>
          <p:cNvSpPr txBox="1"/>
          <p:nvPr/>
        </p:nvSpPr>
        <p:spPr>
          <a:xfrm>
            <a:off x="0" y="1542040"/>
            <a:ext cx="9753600" cy="5773160"/>
          </a:xfrm>
          <a:prstGeom prst="rect">
            <a:avLst/>
          </a:prstGeom>
        </p:spPr>
        <p:txBody>
          <a:bodyPr lIns="0" tIns="0" rIns="0" bIns="0" rtlCol="0" anchor="t">
            <a:spAutoFit/>
          </a:bodyPr>
          <a:lstStyle/>
          <a:p>
            <a:pPr algn="ctr">
              <a:lnSpc>
                <a:spcPts val="4121"/>
              </a:lnSpc>
            </a:pPr>
            <a:r>
              <a:rPr lang="en-US" sz="2986" b="1" u="sng">
                <a:solidFill>
                  <a:srgbClr val="000000"/>
                </a:solidFill>
                <a:latin typeface="Times New Roman Bold"/>
                <a:ea typeface="Times New Roman Bold"/>
                <a:cs typeface="Times New Roman Bold"/>
                <a:sym typeface="Times New Roman Bold"/>
              </a:rPr>
              <a:t>Programme Outcomes</a:t>
            </a:r>
          </a:p>
          <a:p>
            <a:pPr algn="l">
              <a:lnSpc>
                <a:spcPts val="2060"/>
              </a:lnSpc>
            </a:pPr>
            <a:r>
              <a:rPr lang="en-US" sz="1493">
                <a:solidFill>
                  <a:srgbClr val="000000"/>
                </a:solidFill>
                <a:latin typeface="Times New Roman"/>
                <a:ea typeface="Times New Roman"/>
                <a:cs typeface="Times New Roman"/>
                <a:sym typeface="Times New Roman"/>
              </a:rPr>
              <a:t>    Engineering Graduates will be able to:</a:t>
            </a:r>
          </a:p>
          <a:p>
            <a:pPr algn="just">
              <a:lnSpc>
                <a:spcPts val="2208"/>
              </a:lnSpc>
            </a:pPr>
            <a:r>
              <a:rPr lang="en-US" sz="1600">
                <a:solidFill>
                  <a:srgbClr val="000000"/>
                </a:solidFill>
                <a:latin typeface="Times New Roman"/>
                <a:ea typeface="Times New Roman"/>
                <a:cs typeface="Times New Roman"/>
                <a:sym typeface="Times New Roman"/>
              </a:rPr>
              <a:t>1. </a:t>
            </a:r>
            <a:r>
              <a:rPr lang="en-US" sz="1600" b="1">
                <a:solidFill>
                  <a:srgbClr val="000000"/>
                </a:solidFill>
                <a:latin typeface="Times New Roman Bold"/>
                <a:ea typeface="Times New Roman Bold"/>
                <a:cs typeface="Times New Roman Bold"/>
                <a:sym typeface="Times New Roman Bold"/>
              </a:rPr>
              <a:t>Engineering knowledge:</a:t>
            </a:r>
            <a:r>
              <a:rPr lang="en-US" sz="1600">
                <a:solidFill>
                  <a:srgbClr val="000000"/>
                </a:solidFill>
                <a:latin typeface="Times New Roman"/>
                <a:ea typeface="Times New Roman"/>
                <a:cs typeface="Times New Roman"/>
                <a:sym typeface="Times New Roman"/>
              </a:rPr>
              <a:t> Apply the knowledge of mathematics, science, engineering fundamentals, and an engineering specialization to the solution of complex engineering problems.</a:t>
            </a:r>
          </a:p>
          <a:p>
            <a:pPr algn="just">
              <a:lnSpc>
                <a:spcPts val="2208"/>
              </a:lnSpc>
            </a:pPr>
            <a:endParaRPr lang="en-US" sz="1600">
              <a:solidFill>
                <a:srgbClr val="000000"/>
              </a:solidFill>
              <a:latin typeface="Times New Roman"/>
              <a:ea typeface="Times New Roman"/>
              <a:cs typeface="Times New Roman"/>
              <a:sym typeface="Times New Roman"/>
            </a:endParaRPr>
          </a:p>
          <a:p>
            <a:pPr algn="just">
              <a:lnSpc>
                <a:spcPts val="2208"/>
              </a:lnSpc>
            </a:pPr>
            <a:r>
              <a:rPr lang="en-US" sz="1600">
                <a:solidFill>
                  <a:srgbClr val="000000"/>
                </a:solidFill>
                <a:latin typeface="Times New Roman"/>
                <a:ea typeface="Times New Roman"/>
                <a:cs typeface="Times New Roman"/>
                <a:sym typeface="Times New Roman"/>
              </a:rPr>
              <a:t>2. </a:t>
            </a:r>
            <a:r>
              <a:rPr lang="en-US" sz="1600" b="1">
                <a:solidFill>
                  <a:srgbClr val="000000"/>
                </a:solidFill>
                <a:latin typeface="Times New Roman Bold"/>
                <a:ea typeface="Times New Roman Bold"/>
                <a:cs typeface="Times New Roman Bold"/>
                <a:sym typeface="Times New Roman Bold"/>
              </a:rPr>
              <a:t>Problem analysis:</a:t>
            </a:r>
            <a:r>
              <a:rPr lang="en-US" sz="1600">
                <a:solidFill>
                  <a:srgbClr val="000000"/>
                </a:solidFill>
                <a:latin typeface="Times New Roman"/>
                <a:ea typeface="Times New Roman"/>
                <a:cs typeface="Times New Roman"/>
                <a:sym typeface="Times New Roman"/>
              </a:rPr>
              <a:t> Identify, formulate, review research literature, and analyze complex engineering problems reaching substantiated conclusions using first principles of mathematics, natural sciences, and engineering sciences.</a:t>
            </a:r>
          </a:p>
          <a:p>
            <a:pPr algn="just">
              <a:lnSpc>
                <a:spcPts val="2208"/>
              </a:lnSpc>
            </a:pPr>
            <a:endParaRPr lang="en-US" sz="1600">
              <a:solidFill>
                <a:srgbClr val="000000"/>
              </a:solidFill>
              <a:latin typeface="Times New Roman"/>
              <a:ea typeface="Times New Roman"/>
              <a:cs typeface="Times New Roman"/>
              <a:sym typeface="Times New Roman"/>
            </a:endParaRPr>
          </a:p>
          <a:p>
            <a:pPr algn="just">
              <a:lnSpc>
                <a:spcPts val="2208"/>
              </a:lnSpc>
            </a:pPr>
            <a:r>
              <a:rPr lang="en-US" sz="1600">
                <a:solidFill>
                  <a:srgbClr val="000000"/>
                </a:solidFill>
                <a:latin typeface="Times New Roman"/>
                <a:ea typeface="Times New Roman"/>
                <a:cs typeface="Times New Roman"/>
                <a:sym typeface="Times New Roman"/>
              </a:rPr>
              <a:t>3. </a:t>
            </a:r>
            <a:r>
              <a:rPr lang="en-US" sz="1600" b="1">
                <a:solidFill>
                  <a:srgbClr val="000000"/>
                </a:solidFill>
                <a:latin typeface="Times New Roman Bold"/>
                <a:ea typeface="Times New Roman Bold"/>
                <a:cs typeface="Times New Roman Bold"/>
                <a:sym typeface="Times New Roman Bold"/>
              </a:rPr>
              <a:t>Design/development of solutions:</a:t>
            </a:r>
            <a:r>
              <a:rPr lang="en-US" sz="1600">
                <a:solidFill>
                  <a:srgbClr val="000000"/>
                </a:solidFill>
                <a:latin typeface="Times New Roman"/>
                <a:ea typeface="Times New Roman"/>
                <a:cs typeface="Times New Roman"/>
                <a:sym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algn="just">
              <a:lnSpc>
                <a:spcPts val="2208"/>
              </a:lnSpc>
            </a:pPr>
            <a:endParaRPr lang="en-US" sz="1600">
              <a:solidFill>
                <a:srgbClr val="000000"/>
              </a:solidFill>
              <a:latin typeface="Times New Roman"/>
              <a:ea typeface="Times New Roman"/>
              <a:cs typeface="Times New Roman"/>
              <a:sym typeface="Times New Roman"/>
            </a:endParaRPr>
          </a:p>
          <a:p>
            <a:pPr algn="just">
              <a:lnSpc>
                <a:spcPts val="2208"/>
              </a:lnSpc>
            </a:pPr>
            <a:r>
              <a:rPr lang="en-US" sz="1600">
                <a:solidFill>
                  <a:srgbClr val="000000"/>
                </a:solidFill>
                <a:latin typeface="Times New Roman"/>
                <a:ea typeface="Times New Roman"/>
                <a:cs typeface="Times New Roman"/>
                <a:sym typeface="Times New Roman"/>
              </a:rPr>
              <a:t>4. </a:t>
            </a:r>
            <a:r>
              <a:rPr lang="en-US" sz="1600" b="1">
                <a:solidFill>
                  <a:srgbClr val="000000"/>
                </a:solidFill>
                <a:latin typeface="Times New Roman Bold"/>
                <a:ea typeface="Times New Roman Bold"/>
                <a:cs typeface="Times New Roman Bold"/>
                <a:sym typeface="Times New Roman Bold"/>
              </a:rPr>
              <a:t>Conduct investigations of complex problems:</a:t>
            </a:r>
            <a:r>
              <a:rPr lang="en-US" sz="1600">
                <a:solidFill>
                  <a:srgbClr val="000000"/>
                </a:solidFill>
                <a:latin typeface="Times New Roman"/>
                <a:ea typeface="Times New Roman"/>
                <a:cs typeface="Times New Roman"/>
                <a:sym typeface="Times New Roman"/>
              </a:rPr>
              <a:t> Use research-based knowledge and research methods including design of experiments, analysis and interpretation of data, and synthesis of the information to provide valid conclusions.</a:t>
            </a:r>
          </a:p>
          <a:p>
            <a:pPr algn="just">
              <a:lnSpc>
                <a:spcPts val="2208"/>
              </a:lnSpc>
            </a:pPr>
            <a:r>
              <a:rPr lang="en-US" sz="1600">
                <a:solidFill>
                  <a:srgbClr val="000000"/>
                </a:solidFill>
                <a:latin typeface="Times New Roman"/>
                <a:ea typeface="Times New Roman"/>
                <a:cs typeface="Times New Roman"/>
                <a:sym typeface="Times New Roman"/>
              </a:rPr>
              <a:t>5. </a:t>
            </a:r>
            <a:r>
              <a:rPr lang="en-US" sz="1600" b="1">
                <a:solidFill>
                  <a:srgbClr val="000000"/>
                </a:solidFill>
                <a:latin typeface="Times New Roman Bold"/>
                <a:ea typeface="Times New Roman Bold"/>
                <a:cs typeface="Times New Roman Bold"/>
                <a:sym typeface="Times New Roman Bold"/>
              </a:rPr>
              <a:t>Modern tool usage:</a:t>
            </a:r>
            <a:r>
              <a:rPr lang="en-US" sz="1600">
                <a:solidFill>
                  <a:srgbClr val="000000"/>
                </a:solidFill>
                <a:latin typeface="Times New Roman"/>
                <a:ea typeface="Times New Roman"/>
                <a:cs typeface="Times New Roman"/>
                <a:sym typeface="Times New Roman"/>
              </a:rPr>
              <a:t> Create, select, and apply appropriate techniques, resources, and modern engineering and IT tools including prediction and modeling to complex engineering activities with an understanding of the limitations.</a:t>
            </a:r>
          </a:p>
          <a:p>
            <a:pPr algn="l">
              <a:lnSpc>
                <a:spcPts val="1728"/>
              </a:lnSpc>
            </a:pPr>
            <a:endParaRPr lang="en-US" sz="1600">
              <a:solidFill>
                <a:srgbClr val="000000"/>
              </a:solidFill>
              <a:latin typeface="Times New Roman"/>
              <a:ea typeface="Times New Roman"/>
              <a:cs typeface="Times New Roman"/>
              <a:sym typeface="Times New Roman"/>
            </a:endParaRPr>
          </a:p>
        </p:txBody>
      </p:sp>
      <p:sp>
        <p:nvSpPr>
          <p:cNvPr id="5" name="TextBox 5"/>
          <p:cNvSpPr txBox="1"/>
          <p:nvPr/>
        </p:nvSpPr>
        <p:spPr>
          <a:xfrm>
            <a:off x="9218657" y="6781990"/>
            <a:ext cx="402431" cy="487651"/>
          </a:xfrm>
          <a:prstGeom prst="rect">
            <a:avLst/>
          </a:prstGeom>
        </p:spPr>
        <p:txBody>
          <a:bodyPr lIns="0" tIns="0" rIns="0" bIns="0" rtlCol="0" anchor="t">
            <a:spAutoFit/>
          </a:bodyPr>
          <a:lstStyle/>
          <a:p>
            <a:pPr algn="r">
              <a:lnSpc>
                <a:spcPts val="1663"/>
              </a:lnSpc>
            </a:pPr>
            <a:r>
              <a:rPr lang="en-US" sz="1386">
                <a:solidFill>
                  <a:srgbClr val="000000"/>
                </a:solidFill>
                <a:latin typeface="Arial"/>
                <a:ea typeface="Arial"/>
                <a:cs typeface="Arial"/>
                <a:sym typeface="Arial"/>
              </a:rPr>
              <a:t>4</a:t>
            </a:r>
          </a:p>
        </p:txBody>
      </p:sp>
      <p:grpSp>
        <p:nvGrpSpPr>
          <p:cNvPr id="6" name="Group 6"/>
          <p:cNvGrpSpPr/>
          <p:nvPr/>
        </p:nvGrpSpPr>
        <p:grpSpPr>
          <a:xfrm>
            <a:off x="11773" y="14697"/>
            <a:ext cx="9753600" cy="1627289"/>
            <a:chOff x="0" y="0"/>
            <a:chExt cx="13004800" cy="2169719"/>
          </a:xfrm>
        </p:grpSpPr>
        <p:sp>
          <p:nvSpPr>
            <p:cNvPr id="7" name="Freeform 7"/>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4"/>
              <a:stretch>
                <a:fillRect r="-104" b="-2"/>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3"/>
              <a:stretch>
                <a:fillRect b="-45"/>
              </a:stretch>
            </a:blipFill>
          </p:spPr>
        </p:sp>
      </p:grpSp>
      <p:sp>
        <p:nvSpPr>
          <p:cNvPr id="4" name="TextBox 4"/>
          <p:cNvSpPr txBox="1"/>
          <p:nvPr/>
        </p:nvSpPr>
        <p:spPr>
          <a:xfrm>
            <a:off x="0" y="1397098"/>
            <a:ext cx="9753600" cy="5918102"/>
          </a:xfrm>
          <a:prstGeom prst="rect">
            <a:avLst/>
          </a:prstGeom>
        </p:spPr>
        <p:txBody>
          <a:bodyPr lIns="0" tIns="0" rIns="0" bIns="0" rtlCol="0" anchor="t">
            <a:spAutoFit/>
          </a:bodyPr>
          <a:lstStyle/>
          <a:p>
            <a:pPr algn="just">
              <a:lnSpc>
                <a:spcPts val="1766"/>
              </a:lnSpc>
            </a:pPr>
            <a:endParaRPr/>
          </a:p>
          <a:p>
            <a:pPr algn="just">
              <a:lnSpc>
                <a:spcPts val="2060"/>
              </a:lnSpc>
            </a:pPr>
            <a:r>
              <a:rPr lang="en-US" sz="1493">
                <a:solidFill>
                  <a:srgbClr val="000000"/>
                </a:solidFill>
                <a:latin typeface="Times New Roman"/>
                <a:ea typeface="Times New Roman"/>
                <a:cs typeface="Times New Roman"/>
                <a:sym typeface="Times New Roman"/>
              </a:rPr>
              <a:t>6. </a:t>
            </a:r>
            <a:r>
              <a:rPr lang="en-US" sz="1493" b="1">
                <a:solidFill>
                  <a:srgbClr val="000000"/>
                </a:solidFill>
                <a:latin typeface="Times New Roman Bold"/>
                <a:ea typeface="Times New Roman Bold"/>
                <a:cs typeface="Times New Roman Bold"/>
                <a:sym typeface="Times New Roman Bold"/>
              </a:rPr>
              <a:t>The engineer and society:</a:t>
            </a:r>
            <a:r>
              <a:rPr lang="en-US" sz="1493">
                <a:solidFill>
                  <a:srgbClr val="000000"/>
                </a:solidFill>
                <a:latin typeface="Times New Roman"/>
                <a:ea typeface="Times New Roman"/>
                <a:cs typeface="Times New Roman"/>
                <a:sym typeface="Times New Roman"/>
              </a:rPr>
              <a:t> Apply reasoning informed by the contextual knowledge to assess societal, health, safety, legal and cultural issues and the consequent responsibilities relevant to the professional engineering practice.</a:t>
            </a:r>
          </a:p>
          <a:p>
            <a:pPr algn="just">
              <a:lnSpc>
                <a:spcPts val="2060"/>
              </a:lnSpc>
            </a:pPr>
            <a:endParaRPr lang="en-US" sz="1493">
              <a:solidFill>
                <a:srgbClr val="000000"/>
              </a:solidFill>
              <a:latin typeface="Times New Roman"/>
              <a:ea typeface="Times New Roman"/>
              <a:cs typeface="Times New Roman"/>
              <a:sym typeface="Times New Roman"/>
            </a:endParaRPr>
          </a:p>
          <a:p>
            <a:pPr algn="just">
              <a:lnSpc>
                <a:spcPts val="2060"/>
              </a:lnSpc>
            </a:pPr>
            <a:r>
              <a:rPr lang="en-US" sz="1493">
                <a:solidFill>
                  <a:srgbClr val="000000"/>
                </a:solidFill>
                <a:latin typeface="Times New Roman"/>
                <a:ea typeface="Times New Roman"/>
                <a:cs typeface="Times New Roman"/>
                <a:sym typeface="Times New Roman"/>
              </a:rPr>
              <a:t>7. </a:t>
            </a:r>
            <a:r>
              <a:rPr lang="en-US" sz="1493" b="1">
                <a:solidFill>
                  <a:srgbClr val="000000"/>
                </a:solidFill>
                <a:latin typeface="Times New Roman Bold"/>
                <a:ea typeface="Times New Roman Bold"/>
                <a:cs typeface="Times New Roman Bold"/>
                <a:sym typeface="Times New Roman Bold"/>
              </a:rPr>
              <a:t>Environment and sustainability:</a:t>
            </a:r>
            <a:r>
              <a:rPr lang="en-US" sz="1493">
                <a:solidFill>
                  <a:srgbClr val="000000"/>
                </a:solidFill>
                <a:latin typeface="Times New Roman"/>
                <a:ea typeface="Times New Roman"/>
                <a:cs typeface="Times New Roman"/>
                <a:sym typeface="Times New Roman"/>
              </a:rPr>
              <a:t> Understand the impact of the professional engineering solutions in societal and environmental contexts, and demonstrate the knowledge of, and need for sustainable development.</a:t>
            </a:r>
          </a:p>
          <a:p>
            <a:pPr algn="just">
              <a:lnSpc>
                <a:spcPts val="2060"/>
              </a:lnSpc>
            </a:pPr>
            <a:endParaRPr lang="en-US" sz="1493">
              <a:solidFill>
                <a:srgbClr val="000000"/>
              </a:solidFill>
              <a:latin typeface="Times New Roman"/>
              <a:ea typeface="Times New Roman"/>
              <a:cs typeface="Times New Roman"/>
              <a:sym typeface="Times New Roman"/>
            </a:endParaRPr>
          </a:p>
          <a:p>
            <a:pPr algn="just">
              <a:lnSpc>
                <a:spcPts val="2060"/>
              </a:lnSpc>
            </a:pPr>
            <a:r>
              <a:rPr lang="en-US" sz="1493">
                <a:solidFill>
                  <a:srgbClr val="000000"/>
                </a:solidFill>
                <a:latin typeface="Times New Roman"/>
                <a:ea typeface="Times New Roman"/>
                <a:cs typeface="Times New Roman"/>
                <a:sym typeface="Times New Roman"/>
              </a:rPr>
              <a:t>8. </a:t>
            </a:r>
            <a:r>
              <a:rPr lang="en-US" sz="1493" b="1">
                <a:solidFill>
                  <a:srgbClr val="000000"/>
                </a:solidFill>
                <a:latin typeface="Times New Roman Bold"/>
                <a:ea typeface="Times New Roman Bold"/>
                <a:cs typeface="Times New Roman Bold"/>
                <a:sym typeface="Times New Roman Bold"/>
              </a:rPr>
              <a:t>Ethics:</a:t>
            </a:r>
            <a:r>
              <a:rPr lang="en-US" sz="1493">
                <a:solidFill>
                  <a:srgbClr val="000000"/>
                </a:solidFill>
                <a:latin typeface="Times New Roman"/>
                <a:ea typeface="Times New Roman"/>
                <a:cs typeface="Times New Roman"/>
                <a:sym typeface="Times New Roman"/>
              </a:rPr>
              <a:t> Apply ethical principles and commit to professional ethics and responsibilities and norms of the engineering practice.</a:t>
            </a:r>
          </a:p>
          <a:p>
            <a:pPr algn="just">
              <a:lnSpc>
                <a:spcPts val="2060"/>
              </a:lnSpc>
            </a:pPr>
            <a:endParaRPr lang="en-US" sz="1493">
              <a:solidFill>
                <a:srgbClr val="000000"/>
              </a:solidFill>
              <a:latin typeface="Times New Roman"/>
              <a:ea typeface="Times New Roman"/>
              <a:cs typeface="Times New Roman"/>
              <a:sym typeface="Times New Roman"/>
            </a:endParaRPr>
          </a:p>
          <a:p>
            <a:pPr algn="just">
              <a:lnSpc>
                <a:spcPts val="2060"/>
              </a:lnSpc>
            </a:pPr>
            <a:r>
              <a:rPr lang="en-US" sz="1493">
                <a:solidFill>
                  <a:srgbClr val="000000"/>
                </a:solidFill>
                <a:latin typeface="Times New Roman"/>
                <a:ea typeface="Times New Roman"/>
                <a:cs typeface="Times New Roman"/>
                <a:sym typeface="Times New Roman"/>
              </a:rPr>
              <a:t>9. </a:t>
            </a:r>
            <a:r>
              <a:rPr lang="en-US" sz="1493" b="1">
                <a:solidFill>
                  <a:srgbClr val="000000"/>
                </a:solidFill>
                <a:latin typeface="Times New Roman Bold"/>
                <a:ea typeface="Times New Roman Bold"/>
                <a:cs typeface="Times New Roman Bold"/>
                <a:sym typeface="Times New Roman Bold"/>
              </a:rPr>
              <a:t>Individual and team work:</a:t>
            </a:r>
            <a:r>
              <a:rPr lang="en-US" sz="1493">
                <a:solidFill>
                  <a:srgbClr val="000000"/>
                </a:solidFill>
                <a:latin typeface="Times New Roman"/>
                <a:ea typeface="Times New Roman"/>
                <a:cs typeface="Times New Roman"/>
                <a:sym typeface="Times New Roman"/>
              </a:rPr>
              <a:t> Function effectively as an individual, and as a member or leader in diverse teams, and in multidisciplinary settings.</a:t>
            </a:r>
          </a:p>
          <a:p>
            <a:pPr algn="just">
              <a:lnSpc>
                <a:spcPts val="2060"/>
              </a:lnSpc>
            </a:pPr>
            <a:endParaRPr lang="en-US" sz="1493">
              <a:solidFill>
                <a:srgbClr val="000000"/>
              </a:solidFill>
              <a:latin typeface="Times New Roman"/>
              <a:ea typeface="Times New Roman"/>
              <a:cs typeface="Times New Roman"/>
              <a:sym typeface="Times New Roman"/>
            </a:endParaRPr>
          </a:p>
          <a:p>
            <a:pPr algn="just">
              <a:lnSpc>
                <a:spcPts val="2060"/>
              </a:lnSpc>
            </a:pPr>
            <a:r>
              <a:rPr lang="en-US" sz="1493">
                <a:solidFill>
                  <a:srgbClr val="000000"/>
                </a:solidFill>
                <a:latin typeface="Times New Roman"/>
                <a:ea typeface="Times New Roman"/>
                <a:cs typeface="Times New Roman"/>
                <a:sym typeface="Times New Roman"/>
              </a:rPr>
              <a:t>10. </a:t>
            </a:r>
            <a:r>
              <a:rPr lang="en-US" sz="1493" b="1">
                <a:solidFill>
                  <a:srgbClr val="000000"/>
                </a:solidFill>
                <a:latin typeface="Times New Roman Bold"/>
                <a:ea typeface="Times New Roman Bold"/>
                <a:cs typeface="Times New Roman Bold"/>
                <a:sym typeface="Times New Roman Bold"/>
              </a:rPr>
              <a:t>Communication:</a:t>
            </a:r>
            <a:r>
              <a:rPr lang="en-US" sz="1493">
                <a:solidFill>
                  <a:srgbClr val="000000"/>
                </a:solidFill>
                <a:latin typeface="Times New Roman"/>
                <a:ea typeface="Times New Roman"/>
                <a:cs typeface="Times New Roman"/>
                <a:sym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algn="just">
              <a:lnSpc>
                <a:spcPts val="2060"/>
              </a:lnSpc>
            </a:pPr>
            <a:endParaRPr lang="en-US" sz="1493">
              <a:solidFill>
                <a:srgbClr val="000000"/>
              </a:solidFill>
              <a:latin typeface="Times New Roman"/>
              <a:ea typeface="Times New Roman"/>
              <a:cs typeface="Times New Roman"/>
              <a:sym typeface="Times New Roman"/>
            </a:endParaRPr>
          </a:p>
          <a:p>
            <a:pPr algn="just">
              <a:lnSpc>
                <a:spcPts val="2060"/>
              </a:lnSpc>
            </a:pPr>
            <a:r>
              <a:rPr lang="en-US" sz="1493">
                <a:solidFill>
                  <a:srgbClr val="000000"/>
                </a:solidFill>
                <a:latin typeface="Times New Roman"/>
                <a:ea typeface="Times New Roman"/>
                <a:cs typeface="Times New Roman"/>
                <a:sym typeface="Times New Roman"/>
              </a:rPr>
              <a:t>11. </a:t>
            </a:r>
            <a:r>
              <a:rPr lang="en-US" sz="1493" b="1">
                <a:solidFill>
                  <a:srgbClr val="000000"/>
                </a:solidFill>
                <a:latin typeface="Times New Roman Bold"/>
                <a:ea typeface="Times New Roman Bold"/>
                <a:cs typeface="Times New Roman Bold"/>
                <a:sym typeface="Times New Roman Bold"/>
              </a:rPr>
              <a:t>Project management and finance:</a:t>
            </a:r>
            <a:r>
              <a:rPr lang="en-US" sz="1493">
                <a:solidFill>
                  <a:srgbClr val="000000"/>
                </a:solidFill>
                <a:latin typeface="Times New Roman"/>
                <a:ea typeface="Times New Roman"/>
                <a:cs typeface="Times New Roman"/>
                <a:sym typeface="Times New Roman"/>
              </a:rPr>
              <a:t> Demonstrate knowledge and understanding of the engineering and management principles and apply these to one’s own work, as a member and leader in a team, to manage projects and in multidisciplinary environments.</a:t>
            </a:r>
          </a:p>
          <a:p>
            <a:pPr algn="just">
              <a:lnSpc>
                <a:spcPts val="2060"/>
              </a:lnSpc>
            </a:pPr>
            <a:r>
              <a:rPr lang="en-US" sz="1493">
                <a:solidFill>
                  <a:srgbClr val="000000"/>
                </a:solidFill>
                <a:latin typeface="Times New Roman"/>
                <a:ea typeface="Times New Roman"/>
                <a:cs typeface="Times New Roman"/>
                <a:sym typeface="Times New Roman"/>
              </a:rPr>
              <a:t>12. </a:t>
            </a:r>
            <a:r>
              <a:rPr lang="en-US" sz="1493" b="1">
                <a:solidFill>
                  <a:srgbClr val="000000"/>
                </a:solidFill>
                <a:latin typeface="Times New Roman Bold"/>
                <a:ea typeface="Times New Roman Bold"/>
                <a:cs typeface="Times New Roman Bold"/>
                <a:sym typeface="Times New Roman Bold"/>
              </a:rPr>
              <a:t>Life-long learning:</a:t>
            </a:r>
            <a:r>
              <a:rPr lang="en-US" sz="1493">
                <a:solidFill>
                  <a:srgbClr val="000000"/>
                </a:solidFill>
                <a:latin typeface="Times New Roman"/>
                <a:ea typeface="Times New Roman"/>
                <a:cs typeface="Times New Roman"/>
                <a:sym typeface="Times New Roman"/>
              </a:rPr>
              <a:t> Recognize the need for, and have the preparation and ability to engage in independent and life-long learning in the broadest context of technological change.</a:t>
            </a:r>
          </a:p>
          <a:p>
            <a:pPr algn="just">
              <a:lnSpc>
                <a:spcPts val="2060"/>
              </a:lnSpc>
            </a:pPr>
            <a:endParaRPr lang="en-US" sz="1493">
              <a:solidFill>
                <a:srgbClr val="000000"/>
              </a:solidFill>
              <a:latin typeface="Times New Roman"/>
              <a:ea typeface="Times New Roman"/>
              <a:cs typeface="Times New Roman"/>
              <a:sym typeface="Times New Roman"/>
            </a:endParaRPr>
          </a:p>
          <a:p>
            <a:pPr algn="l">
              <a:lnSpc>
                <a:spcPts val="1612"/>
              </a:lnSpc>
            </a:pPr>
            <a:endParaRPr lang="en-US" sz="1493">
              <a:solidFill>
                <a:srgbClr val="000000"/>
              </a:solidFill>
              <a:latin typeface="Times New Roman"/>
              <a:ea typeface="Times New Roman"/>
              <a:cs typeface="Times New Roman"/>
              <a:sym typeface="Times New Roman"/>
            </a:endParaRPr>
          </a:p>
        </p:txBody>
      </p:sp>
      <p:sp>
        <p:nvSpPr>
          <p:cNvPr id="5" name="TextBox 5"/>
          <p:cNvSpPr txBox="1"/>
          <p:nvPr/>
        </p:nvSpPr>
        <p:spPr>
          <a:xfrm>
            <a:off x="9218657" y="6781990"/>
            <a:ext cx="402431" cy="487651"/>
          </a:xfrm>
          <a:prstGeom prst="rect">
            <a:avLst/>
          </a:prstGeom>
        </p:spPr>
        <p:txBody>
          <a:bodyPr lIns="0" tIns="0" rIns="0" bIns="0" rtlCol="0" anchor="t">
            <a:spAutoFit/>
          </a:bodyPr>
          <a:lstStyle/>
          <a:p>
            <a:pPr algn="r">
              <a:lnSpc>
                <a:spcPts val="1663"/>
              </a:lnSpc>
            </a:pPr>
            <a:r>
              <a:rPr lang="en-US" sz="1386">
                <a:solidFill>
                  <a:srgbClr val="000000"/>
                </a:solidFill>
                <a:latin typeface="Arial"/>
                <a:ea typeface="Arial"/>
                <a:cs typeface="Arial"/>
                <a:sym typeface="Arial"/>
              </a:rPr>
              <a:t>5</a:t>
            </a:r>
          </a:p>
        </p:txBody>
      </p:sp>
      <p:grpSp>
        <p:nvGrpSpPr>
          <p:cNvPr id="6" name="Group 6"/>
          <p:cNvGrpSpPr/>
          <p:nvPr/>
        </p:nvGrpSpPr>
        <p:grpSpPr>
          <a:xfrm>
            <a:off x="11773" y="14697"/>
            <a:ext cx="9753600" cy="1627289"/>
            <a:chOff x="0" y="0"/>
            <a:chExt cx="13004800" cy="2169719"/>
          </a:xfrm>
        </p:grpSpPr>
        <p:sp>
          <p:nvSpPr>
            <p:cNvPr id="7" name="Freeform 7"/>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4"/>
              <a:stretch>
                <a:fillRect r="-104" b="-2"/>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3"/>
              <a:stretch>
                <a:fillRect b="-45"/>
              </a:stretch>
            </a:blipFill>
          </p:spPr>
        </p:sp>
      </p:grpSp>
      <p:sp>
        <p:nvSpPr>
          <p:cNvPr id="4" name="TextBox 4"/>
          <p:cNvSpPr txBox="1"/>
          <p:nvPr/>
        </p:nvSpPr>
        <p:spPr>
          <a:xfrm>
            <a:off x="87897" y="1630680"/>
            <a:ext cx="9369276" cy="4449936"/>
          </a:xfrm>
          <a:prstGeom prst="rect">
            <a:avLst/>
          </a:prstGeom>
        </p:spPr>
        <p:txBody>
          <a:bodyPr lIns="0" tIns="0" rIns="0" bIns="0" rtlCol="0" anchor="t">
            <a:spAutoFit/>
          </a:bodyPr>
          <a:lstStyle/>
          <a:p>
            <a:pPr algn="ctr">
              <a:lnSpc>
                <a:spcPts val="4121"/>
              </a:lnSpc>
            </a:pPr>
            <a:r>
              <a:rPr lang="en-US" sz="2950" b="1" u="sng" err="1">
                <a:solidFill>
                  <a:srgbClr val="000000"/>
                </a:solidFill>
                <a:latin typeface="Times New Roman Bold"/>
                <a:ea typeface="Times New Roman Bold"/>
                <a:cs typeface="Times New Roman Bold"/>
                <a:sym typeface="Times New Roman Bold"/>
              </a:rPr>
              <a:t>Programme</a:t>
            </a:r>
            <a:r>
              <a:rPr lang="en-US" sz="2950" b="1" u="sng">
                <a:solidFill>
                  <a:srgbClr val="000000"/>
                </a:solidFill>
                <a:latin typeface="Times New Roman Bold"/>
                <a:ea typeface="Times New Roman Bold"/>
                <a:cs typeface="Times New Roman Bold"/>
                <a:sym typeface="Times New Roman Bold"/>
              </a:rPr>
              <a:t> Specific Outcomes (PSOs)</a:t>
            </a:r>
            <a:endParaRPr lang="en-US">
              <a:ea typeface="Calibri"/>
              <a:cs typeface="Calibri"/>
            </a:endParaRPr>
          </a:p>
          <a:p>
            <a:pPr algn="ctr">
              <a:lnSpc>
                <a:spcPts val="2355"/>
              </a:lnSpc>
            </a:pPr>
            <a:endParaRPr lang="en-US" sz="2986" b="1" u="sng">
              <a:solidFill>
                <a:srgbClr val="000000"/>
              </a:solidFill>
              <a:latin typeface="Times New Roman Bold"/>
              <a:ea typeface="Times New Roman Bold"/>
              <a:cs typeface="Times New Roman Bold"/>
            </a:endParaRPr>
          </a:p>
          <a:p>
            <a:pPr algn="just">
              <a:lnSpc>
                <a:spcPts val="2355"/>
              </a:lnSpc>
            </a:pPr>
            <a:r>
              <a:rPr lang="en-US" sz="1700">
                <a:solidFill>
                  <a:srgbClr val="000000"/>
                </a:solidFill>
                <a:latin typeface="Times New Roman"/>
                <a:ea typeface="Times New Roman"/>
                <a:cs typeface="Times New Roman"/>
                <a:sym typeface="Times New Roman"/>
              </a:rPr>
              <a:t> On the completion of Computer Science &amp; Engineering program, the students will possess:</a:t>
            </a:r>
            <a:endParaRPr lang="en-US" sz="1700">
              <a:solidFill>
                <a:srgbClr val="000000"/>
              </a:solidFill>
              <a:latin typeface="Times New Roman"/>
              <a:ea typeface="Times New Roman"/>
              <a:cs typeface="Times New Roman"/>
            </a:endParaRPr>
          </a:p>
          <a:p>
            <a:pPr marL="598805" lvl="1" indent="-299085" algn="just">
              <a:lnSpc>
                <a:spcPts val="2355"/>
              </a:lnSpc>
              <a:buAutoNum type="arabicPeriod"/>
            </a:pPr>
            <a:r>
              <a:rPr lang="en-US" sz="1700">
                <a:solidFill>
                  <a:srgbClr val="000000"/>
                </a:solidFill>
                <a:latin typeface="Times New Roman"/>
                <a:ea typeface="Times New Roman"/>
                <a:cs typeface="Times New Roman"/>
                <a:sym typeface="Times New Roman"/>
              </a:rPr>
              <a:t>An ability to apply knowledge of data structures and algorithms appropriate to computational problems.</a:t>
            </a:r>
            <a:endParaRPr lang="en-US" sz="1700">
              <a:solidFill>
                <a:srgbClr val="000000"/>
              </a:solidFill>
              <a:latin typeface="Times New Roman"/>
              <a:ea typeface="Times New Roman"/>
              <a:cs typeface="Times New Roman"/>
            </a:endParaRPr>
          </a:p>
          <a:p>
            <a:pPr marL="598805" lvl="1" indent="-299085" algn="just">
              <a:lnSpc>
                <a:spcPts val="2355"/>
              </a:lnSpc>
              <a:buAutoNum type="arabicPeriod"/>
            </a:pPr>
            <a:r>
              <a:rPr lang="en-US" sz="1700">
                <a:solidFill>
                  <a:srgbClr val="000000"/>
                </a:solidFill>
                <a:latin typeface="Times New Roman"/>
                <a:ea typeface="Times New Roman"/>
                <a:cs typeface="Times New Roman"/>
                <a:sym typeface="Times New Roman"/>
              </a:rPr>
              <a:t>An ability to apply knowledge of operating systems, programming languages, data management, or networking principles to computational assignments.</a:t>
            </a:r>
            <a:endParaRPr lang="en-US" sz="1700">
              <a:solidFill>
                <a:srgbClr val="000000"/>
              </a:solidFill>
              <a:latin typeface="Times New Roman"/>
              <a:ea typeface="Times New Roman"/>
              <a:cs typeface="Times New Roman"/>
            </a:endParaRPr>
          </a:p>
          <a:p>
            <a:pPr marL="598805" lvl="1" indent="-299085" algn="just">
              <a:lnSpc>
                <a:spcPts val="2355"/>
              </a:lnSpc>
              <a:buAutoNum type="arabicPeriod"/>
            </a:pPr>
            <a:r>
              <a:rPr lang="en-US" sz="1700">
                <a:solidFill>
                  <a:srgbClr val="000000"/>
                </a:solidFill>
                <a:latin typeface="Times New Roman"/>
                <a:ea typeface="Times New Roman"/>
                <a:cs typeface="Times New Roman"/>
                <a:sym typeface="Times New Roman"/>
              </a:rPr>
              <a:t>An ability to apply design, development, maintenance or evaluation of software engineering principles in the construction of computer and software systems of varying complexity and quality. </a:t>
            </a:r>
            <a:endParaRPr lang="en-US" sz="1700">
              <a:solidFill>
                <a:srgbClr val="000000"/>
              </a:solidFill>
              <a:latin typeface="Times New Roman"/>
              <a:ea typeface="Times New Roman"/>
              <a:cs typeface="Times New Roman"/>
            </a:endParaRPr>
          </a:p>
          <a:p>
            <a:pPr marL="598805" lvl="1" indent="-299085" algn="just">
              <a:lnSpc>
                <a:spcPts val="2355"/>
              </a:lnSpc>
              <a:buAutoNum type="arabicPeriod"/>
            </a:pPr>
            <a:r>
              <a:rPr lang="en-US" sz="1700">
                <a:solidFill>
                  <a:srgbClr val="000000"/>
                </a:solidFill>
                <a:latin typeface="Times New Roman"/>
                <a:ea typeface="Times New Roman"/>
                <a:cs typeface="Times New Roman"/>
                <a:sym typeface="Times New Roman"/>
              </a:rPr>
              <a:t>An ability to understand concepts involved in modeling and design of computer science applications in a way that demonstrates comprehension of the fundamentals and trade-offs involved in design choices.</a:t>
            </a:r>
            <a:endParaRPr lang="en-US" sz="1700">
              <a:solidFill>
                <a:srgbClr val="000000"/>
              </a:solidFill>
              <a:latin typeface="Times New Roman"/>
              <a:ea typeface="Times New Roman"/>
              <a:cs typeface="Times New Roman"/>
            </a:endParaRPr>
          </a:p>
          <a:p>
            <a:pPr marL="598805" lvl="1" indent="-299085" algn="just">
              <a:lnSpc>
                <a:spcPts val="2355"/>
              </a:lnSpc>
            </a:pPr>
            <a:endParaRPr lang="en-US" sz="1706">
              <a:solidFill>
                <a:srgbClr val="000000"/>
              </a:solidFill>
              <a:latin typeface="Times New Roman"/>
              <a:ea typeface="Times New Roman"/>
              <a:cs typeface="Times New Roman"/>
            </a:endParaRPr>
          </a:p>
          <a:p>
            <a:pPr marL="598805" lvl="1" indent="-299085">
              <a:lnSpc>
                <a:spcPts val="1843"/>
              </a:lnSpc>
            </a:pPr>
            <a:endParaRPr lang="en-US" sz="1706">
              <a:solidFill>
                <a:srgbClr val="000000"/>
              </a:solidFill>
              <a:latin typeface="Times New Roman"/>
              <a:ea typeface="Times New Roman"/>
              <a:cs typeface="Times New Roman"/>
            </a:endParaRPr>
          </a:p>
        </p:txBody>
      </p:sp>
      <p:sp>
        <p:nvSpPr>
          <p:cNvPr id="5" name="TextBox 5"/>
          <p:cNvSpPr txBox="1"/>
          <p:nvPr/>
        </p:nvSpPr>
        <p:spPr>
          <a:xfrm>
            <a:off x="9218657" y="6781990"/>
            <a:ext cx="402431" cy="487651"/>
          </a:xfrm>
          <a:prstGeom prst="rect">
            <a:avLst/>
          </a:prstGeom>
        </p:spPr>
        <p:txBody>
          <a:bodyPr lIns="0" tIns="0" rIns="0" bIns="0" rtlCol="0" anchor="t">
            <a:spAutoFit/>
          </a:bodyPr>
          <a:lstStyle/>
          <a:p>
            <a:pPr algn="r">
              <a:lnSpc>
                <a:spcPts val="1663"/>
              </a:lnSpc>
            </a:pPr>
            <a:r>
              <a:rPr lang="en-US" sz="1386">
                <a:solidFill>
                  <a:srgbClr val="000000"/>
                </a:solidFill>
                <a:latin typeface="Arial"/>
                <a:ea typeface="Arial"/>
                <a:cs typeface="Arial"/>
                <a:sym typeface="Arial"/>
              </a:rPr>
              <a:t>6</a:t>
            </a:r>
          </a:p>
        </p:txBody>
      </p:sp>
      <p:grpSp>
        <p:nvGrpSpPr>
          <p:cNvPr id="6" name="Group 6"/>
          <p:cNvGrpSpPr/>
          <p:nvPr/>
        </p:nvGrpSpPr>
        <p:grpSpPr>
          <a:xfrm>
            <a:off x="11773" y="14697"/>
            <a:ext cx="9753600" cy="1627289"/>
            <a:chOff x="0" y="0"/>
            <a:chExt cx="13004800" cy="2169719"/>
          </a:xfrm>
        </p:grpSpPr>
        <p:sp>
          <p:nvSpPr>
            <p:cNvPr id="7" name="Freeform 7"/>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4"/>
              <a:stretch>
                <a:fillRect r="-104" b="-2"/>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860532-407C-8D59-5B83-6B3F7AD1B37A}"/>
              </a:ext>
            </a:extLst>
          </p:cNvPr>
          <p:cNvSpPr>
            <a:spLocks noGrp="1"/>
          </p:cNvSpPr>
          <p:nvPr>
            <p:ph type="sldNum" idx="12"/>
          </p:nvPr>
        </p:nvSpPr>
        <p:spPr/>
        <p:txBody>
          <a:bodyPr/>
          <a:lstStyle/>
          <a:p>
            <a:fld id="{00000000-1234-1234-1234-123412341234}" type="slidenum">
              <a:rPr lang="en-US" smtClean="0"/>
              <a:pPr/>
              <a:t>7</a:t>
            </a:fld>
            <a:endParaRPr lang="en-US"/>
          </a:p>
        </p:txBody>
      </p:sp>
      <p:sp>
        <p:nvSpPr>
          <p:cNvPr id="11" name="Content Placeholder 2">
            <a:extLst>
              <a:ext uri="{FF2B5EF4-FFF2-40B4-BE49-F238E27FC236}">
                <a16:creationId xmlns:a16="http://schemas.microsoft.com/office/drawing/2014/main" id="{B662FFDB-BCA6-6231-B87C-C27DAAF65DFF}"/>
              </a:ext>
            </a:extLst>
          </p:cNvPr>
          <p:cNvSpPr>
            <a:spLocks noGrp="1" noChangeArrowheads="1"/>
          </p:cNvSpPr>
          <p:nvPr>
            <p:ph type="body" idx="1"/>
          </p:nvPr>
        </p:nvSpPr>
        <p:spPr>
          <a:xfrm>
            <a:off x="487680" y="1927650"/>
            <a:ext cx="8778240" cy="4827694"/>
          </a:xfrm>
        </p:spPr>
        <p:txBody>
          <a:bodyPr/>
          <a:lstStyle/>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Introduction(1 Slide)</a:t>
            </a:r>
          </a:p>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Motivation(1 Slide)</a:t>
            </a:r>
          </a:p>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Literature Survey (Research papers with comparisons in Table </a:t>
            </a:r>
            <a:r>
              <a:rPr lang="en-US" altLang="en-US" sz="1707" b="1">
                <a:solidFill>
                  <a:srgbClr val="FF0000"/>
                </a:solidFill>
                <a:latin typeface="Times New Roman" panose="02020603050405020304" pitchFamily="18" charset="0"/>
                <a:cs typeface="Times New Roman" panose="02020603050405020304" pitchFamily="18" charset="0"/>
              </a:rPr>
              <a:t>(</a:t>
            </a:r>
            <a:r>
              <a:rPr lang="en-US" altLang="en-US" sz="1707" b="1" err="1">
                <a:solidFill>
                  <a:srgbClr val="FF0000"/>
                </a:solidFill>
                <a:latin typeface="Times New Roman" panose="02020603050405020304" pitchFamily="18" charset="0"/>
                <a:cs typeface="Times New Roman" panose="02020603050405020304" pitchFamily="18" charset="0"/>
              </a:rPr>
              <a:t>S.No</a:t>
            </a:r>
            <a:r>
              <a:rPr lang="en-US" altLang="en-US" sz="1707" b="1">
                <a:solidFill>
                  <a:srgbClr val="FF0000"/>
                </a:solidFill>
                <a:latin typeface="Times New Roman" panose="02020603050405020304" pitchFamily="18" charset="0"/>
                <a:cs typeface="Times New Roman" panose="02020603050405020304" pitchFamily="18" charset="0"/>
              </a:rPr>
              <a:t>, Article Title, Published Year, Journal Name, Methods/Algorithm Used, Merits, Demerits)</a:t>
            </a:r>
            <a:r>
              <a:rPr lang="en-US" altLang="en-US" sz="1707" b="1">
                <a:solidFill>
                  <a:srgbClr val="002060"/>
                </a:solidFill>
                <a:latin typeface="Times New Roman" panose="02020603050405020304" pitchFamily="18" charset="0"/>
                <a:cs typeface="Times New Roman" panose="02020603050405020304" pitchFamily="18" charset="0"/>
              </a:rPr>
              <a:t>) (1 Slide)</a:t>
            </a:r>
          </a:p>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Inferences from Literature Survey (1 Slide)</a:t>
            </a:r>
          </a:p>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Problem Statement (1 Slide)</a:t>
            </a:r>
          </a:p>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Dataset Details (1 Slide)</a:t>
            </a:r>
            <a:r>
              <a:rPr lang="en-US" altLang="en-US" sz="1707" b="1">
                <a:solidFill>
                  <a:srgbClr val="FF0000"/>
                </a:solidFill>
                <a:latin typeface="Times New Roman" panose="02020603050405020304" pitchFamily="18" charset="0"/>
                <a:cs typeface="Times New Roman" panose="02020603050405020304" pitchFamily="18" charset="0"/>
              </a:rPr>
              <a:t>(If mentioned in paper)</a:t>
            </a:r>
          </a:p>
          <a:p>
            <a:pPr lvl="1">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Description of the Dataset </a:t>
            </a:r>
          </a:p>
          <a:p>
            <a:pPr lvl="1">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Link for the Dataset</a:t>
            </a:r>
          </a:p>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Proposed Method (4 Slide) </a:t>
            </a:r>
            <a:r>
              <a:rPr lang="en-US" altLang="en-US" sz="1707" b="1">
                <a:solidFill>
                  <a:srgbClr val="FF0000"/>
                </a:solidFill>
                <a:latin typeface="Times New Roman" panose="02020603050405020304" pitchFamily="18" charset="0"/>
                <a:cs typeface="Times New Roman" panose="02020603050405020304" pitchFamily="18" charset="0"/>
              </a:rPr>
              <a:t>(Must)</a:t>
            </a:r>
          </a:p>
          <a:p>
            <a:pPr lvl="1">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Architecture Diagram/Flow Diagram</a:t>
            </a:r>
          </a:p>
          <a:p>
            <a:pPr lvl="1">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Novelty of the Proposed Method</a:t>
            </a:r>
          </a:p>
          <a:p>
            <a:pPr lvl="1">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Algorithm Steps</a:t>
            </a:r>
          </a:p>
          <a:p>
            <a:pPr marL="609619" lvl="1" indent="0">
              <a:spcBef>
                <a:spcPts val="0"/>
              </a:spcBef>
              <a:buNone/>
            </a:pPr>
            <a:endParaRPr lang="en-US" altLang="en-US" sz="1707" b="1">
              <a:solidFill>
                <a:srgbClr val="002060"/>
              </a:solidFill>
              <a:latin typeface="Times New Roman" panose="02020603050405020304" pitchFamily="18" charset="0"/>
              <a:cs typeface="Times New Roman" panose="02020603050405020304" pitchFamily="18" charset="0"/>
            </a:endParaRPr>
          </a:p>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Conclusion (1 Slide)</a:t>
            </a:r>
          </a:p>
          <a:p>
            <a:pPr>
              <a:spcBef>
                <a:spcPts val="0"/>
              </a:spcBef>
            </a:pPr>
            <a:r>
              <a:rPr lang="en-US" altLang="en-US" sz="1707" b="1">
                <a:solidFill>
                  <a:srgbClr val="002060"/>
                </a:solidFill>
                <a:latin typeface="Times New Roman" panose="02020603050405020304" pitchFamily="18" charset="0"/>
                <a:cs typeface="Times New Roman" panose="02020603050405020304" pitchFamily="18" charset="0"/>
              </a:rPr>
              <a:t>References (1 Slide)</a:t>
            </a:r>
          </a:p>
          <a:p>
            <a:pPr marL="0" indent="0">
              <a:buNone/>
            </a:pPr>
            <a:endParaRPr lang="en-US" altLang="en-US" sz="2347">
              <a:latin typeface="Times New Roman" panose="02020603050405020304" pitchFamily="18" charset="0"/>
              <a:cs typeface="Times New Roman" panose="02020603050405020304" pitchFamily="18" charset="0"/>
            </a:endParaRPr>
          </a:p>
          <a:p>
            <a:pPr eaLnBrk="1" hangingPunct="1"/>
            <a:endParaRPr lang="en-US" altLang="en-US" sz="2560">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FA43870B-D0E9-2DFB-9A90-77767ED0D61E}"/>
              </a:ext>
            </a:extLst>
          </p:cNvPr>
          <p:cNvSpPr>
            <a:spLocks noGrp="1" noChangeArrowheads="1"/>
          </p:cNvSpPr>
          <p:nvPr>
            <p:ph type="title"/>
          </p:nvPr>
        </p:nvSpPr>
        <p:spPr>
          <a:xfrm>
            <a:off x="487680" y="1318049"/>
            <a:ext cx="8778240" cy="1219200"/>
          </a:xfrm>
        </p:spPr>
        <p:txBody>
          <a:bodyPr/>
          <a:lstStyle/>
          <a:p>
            <a:pPr algn="ctr" eaLnBrk="1" hangingPunct="1"/>
            <a:r>
              <a:rPr lang="en-US" altLang="en-US" sz="2560" b="1">
                <a:latin typeface="Times New Roman" panose="02020603050405020304" pitchFamily="18" charset="0"/>
                <a:cs typeface="Times New Roman" panose="02020603050405020304" pitchFamily="18" charset="0"/>
              </a:rPr>
              <a:t>CONTENTS</a:t>
            </a:r>
          </a:p>
        </p:txBody>
      </p:sp>
      <p:grpSp>
        <p:nvGrpSpPr>
          <p:cNvPr id="2" name="Group 6">
            <a:extLst>
              <a:ext uri="{FF2B5EF4-FFF2-40B4-BE49-F238E27FC236}">
                <a16:creationId xmlns:a16="http://schemas.microsoft.com/office/drawing/2014/main" id="{F7057DC6-DF81-EFE3-EC1F-CA98DB2C1A71}"/>
              </a:ext>
            </a:extLst>
          </p:cNvPr>
          <p:cNvGrpSpPr/>
          <p:nvPr/>
        </p:nvGrpSpPr>
        <p:grpSpPr>
          <a:xfrm>
            <a:off x="11773" y="14697"/>
            <a:ext cx="9753600" cy="1627289"/>
            <a:chOff x="0" y="0"/>
            <a:chExt cx="13004800" cy="2169719"/>
          </a:xfrm>
        </p:grpSpPr>
        <p:sp>
          <p:nvSpPr>
            <p:cNvPr id="3" name="Freeform 7">
              <a:extLst>
                <a:ext uri="{FF2B5EF4-FFF2-40B4-BE49-F238E27FC236}">
                  <a16:creationId xmlns:a16="http://schemas.microsoft.com/office/drawing/2014/main" id="{75506090-1B67-EFD1-E799-A407B38AA41F}"/>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903074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latin typeface="Arial"/>
                <a:cs typeface="Arial"/>
              </a:rPr>
              <a:t>8</a:t>
            </a:r>
          </a:p>
        </p:txBody>
      </p:sp>
      <p:grpSp>
        <p:nvGrpSpPr>
          <p:cNvPr id="5" name="Group 5"/>
          <p:cNvGrpSpPr/>
          <p:nvPr/>
        </p:nvGrpSpPr>
        <p:grpSpPr>
          <a:xfrm>
            <a:off x="454483" y="1822695"/>
            <a:ext cx="8811437" cy="1008562"/>
            <a:chOff x="-44263" y="-158000"/>
            <a:chExt cx="11748583" cy="1344748"/>
          </a:xfrm>
        </p:grpSpPr>
        <p:sp>
          <p:nvSpPr>
            <p:cNvPr id="6" name="Freeform 6"/>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p:cNvSpPr txBox="1"/>
            <p:nvPr/>
          </p:nvSpPr>
          <p:spPr>
            <a:xfrm>
              <a:off x="-44263" y="-158000"/>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INTRODUCTION</a:t>
              </a:r>
              <a:endParaRPr lang="en-US" sz="4000" b="1">
                <a:solidFill>
                  <a:srgbClr val="C0504D"/>
                </a:solidFill>
                <a:latin typeface="Times New Roman Bold"/>
                <a:ea typeface="Times New Roman Bold"/>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9</a:t>
            </a:r>
            <a:endParaRPr lang="en-US"/>
          </a:p>
        </p:txBody>
      </p:sp>
      <p:grpSp>
        <p:nvGrpSpPr>
          <p:cNvPr id="5" name="Group 5"/>
          <p:cNvGrpSpPr/>
          <p:nvPr/>
        </p:nvGrpSpPr>
        <p:grpSpPr>
          <a:xfrm>
            <a:off x="487680" y="1941195"/>
            <a:ext cx="8778240" cy="890058"/>
            <a:chOff x="0" y="0"/>
            <a:chExt cx="11704320" cy="1186743"/>
          </a:xfrm>
        </p:grpSpPr>
        <p:sp>
          <p:nvSpPr>
            <p:cNvPr id="6" name="Freeform 6"/>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p:cNvSpPr txBox="1"/>
            <p:nvPr/>
          </p:nvSpPr>
          <p:spPr>
            <a:xfrm>
              <a:off x="0" y="19050"/>
              <a:ext cx="11704320" cy="1167693"/>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MOTIVATION</a:t>
              </a:r>
              <a:endParaRPr lang="en-US" sz="4000" b="1">
                <a:solidFill>
                  <a:srgbClr val="C0504D"/>
                </a:solidFill>
                <a:latin typeface="Times New Roman Bold"/>
                <a:ea typeface="Times New Roman Bold"/>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grpSp>
        <p:nvGrpSpPr>
          <p:cNvPr id="4" name="Group 4"/>
          <p:cNvGrpSpPr/>
          <p:nvPr/>
        </p:nvGrpSpPr>
        <p:grpSpPr>
          <a:xfrm>
            <a:off x="487680" y="1268597"/>
            <a:ext cx="8777859" cy="1219200"/>
            <a:chOff x="0" y="0"/>
            <a:chExt cx="11703812" cy="1625600"/>
          </a:xfrm>
        </p:grpSpPr>
        <p:sp>
          <p:nvSpPr>
            <p:cNvPr id="5" name="Freeform 5"/>
            <p:cNvSpPr/>
            <p:nvPr/>
          </p:nvSpPr>
          <p:spPr>
            <a:xfrm>
              <a:off x="0" y="0"/>
              <a:ext cx="11703808" cy="1625600"/>
            </a:xfrm>
            <a:custGeom>
              <a:avLst/>
              <a:gdLst/>
              <a:ahLst/>
              <a:cxnLst/>
              <a:rect l="l" t="t" r="r" b="b"/>
              <a:pathLst>
                <a:path w="11703808" h="1625600">
                  <a:moveTo>
                    <a:pt x="0" y="0"/>
                  </a:moveTo>
                  <a:lnTo>
                    <a:pt x="11703808" y="0"/>
                  </a:lnTo>
                  <a:lnTo>
                    <a:pt x="11703808" y="1625600"/>
                  </a:lnTo>
                  <a:lnTo>
                    <a:pt x="0" y="1625600"/>
                  </a:lnTo>
                  <a:close/>
                </a:path>
              </a:pathLst>
            </a:custGeom>
            <a:blipFill>
              <a:blip r:embed="rId3">
                <a:alphaModFix amt="0"/>
              </a:blip>
              <a:stretch>
                <a:fillRect t="-90286" b="-90286"/>
              </a:stretch>
            </a:blipFill>
          </p:spPr>
        </p:sp>
        <p:sp>
          <p:nvSpPr>
            <p:cNvPr id="6" name="TextBox 6"/>
            <p:cNvSpPr txBox="1"/>
            <p:nvPr/>
          </p:nvSpPr>
          <p:spPr>
            <a:xfrm>
              <a:off x="0" y="9525"/>
              <a:ext cx="11703812" cy="1616075"/>
            </a:xfrm>
            <a:prstGeom prst="rect">
              <a:avLst/>
            </a:prstGeom>
          </p:spPr>
          <p:txBody>
            <a:bodyPr lIns="0" tIns="0" rIns="0" bIns="0" rtlCol="0" anchor="ctr"/>
            <a:lstStyle/>
            <a:p>
              <a:pPr algn="ctr">
                <a:lnSpc>
                  <a:spcPts val="2764"/>
                </a:lnSpc>
              </a:pPr>
              <a:r>
                <a:rPr lang="en-US" sz="2559" b="1">
                  <a:solidFill>
                    <a:srgbClr val="000000"/>
                  </a:solidFill>
                  <a:latin typeface="Times New Roman Bold"/>
                  <a:ea typeface="Times New Roman Bold"/>
                  <a:cs typeface="Times New Roman Bold"/>
                  <a:sym typeface="Times New Roman Bold"/>
                </a:rPr>
                <a:t>LITERATURE SURVEY</a:t>
              </a:r>
            </a:p>
          </p:txBody>
        </p:sp>
      </p:grpSp>
      <p:sp>
        <p:nvSpPr>
          <p:cNvPr id="7" name="TextBox 7"/>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10</a:t>
            </a:r>
            <a:endParaRPr lang="en-US"/>
          </a:p>
        </p:txBody>
      </p:sp>
      <p:graphicFrame>
        <p:nvGraphicFramePr>
          <p:cNvPr id="8" name="Table 8"/>
          <p:cNvGraphicFramePr>
            <a:graphicFrameLocks noGrp="1"/>
          </p:cNvGraphicFramePr>
          <p:nvPr>
            <p:extLst>
              <p:ext uri="{D42A27DB-BD31-4B8C-83A1-F6EECF244321}">
                <p14:modId xmlns:p14="http://schemas.microsoft.com/office/powerpoint/2010/main" val="2457789937"/>
              </p:ext>
            </p:extLst>
          </p:nvPr>
        </p:nvGraphicFramePr>
        <p:xfrm>
          <a:off x="88669" y="2405149"/>
          <a:ext cx="8981999" cy="4743786"/>
        </p:xfrm>
        <a:graphic>
          <a:graphicData uri="http://schemas.openxmlformats.org/drawingml/2006/table">
            <a:tbl>
              <a:tblPr/>
              <a:tblGrid>
                <a:gridCol w="415635">
                  <a:extLst>
                    <a:ext uri="{9D8B030D-6E8A-4147-A177-3AD203B41FA5}">
                      <a16:colId xmlns:a16="http://schemas.microsoft.com/office/drawing/2014/main" val="20000"/>
                    </a:ext>
                  </a:extLst>
                </a:gridCol>
                <a:gridCol w="1083623">
                  <a:extLst>
                    <a:ext uri="{9D8B030D-6E8A-4147-A177-3AD203B41FA5}">
                      <a16:colId xmlns:a16="http://schemas.microsoft.com/office/drawing/2014/main" val="20001"/>
                    </a:ext>
                  </a:extLst>
                </a:gridCol>
                <a:gridCol w="1612473">
                  <a:extLst>
                    <a:ext uri="{9D8B030D-6E8A-4147-A177-3AD203B41FA5}">
                      <a16:colId xmlns:a16="http://schemas.microsoft.com/office/drawing/2014/main" val="20002"/>
                    </a:ext>
                  </a:extLst>
                </a:gridCol>
                <a:gridCol w="786691">
                  <a:extLst>
                    <a:ext uri="{9D8B030D-6E8A-4147-A177-3AD203B41FA5}">
                      <a16:colId xmlns:a16="http://schemas.microsoft.com/office/drawing/2014/main" val="20003"/>
                    </a:ext>
                  </a:extLst>
                </a:gridCol>
                <a:gridCol w="539767">
                  <a:extLst>
                    <a:ext uri="{9D8B030D-6E8A-4147-A177-3AD203B41FA5}">
                      <a16:colId xmlns:a16="http://schemas.microsoft.com/office/drawing/2014/main" val="20004"/>
                    </a:ext>
                  </a:extLst>
                </a:gridCol>
                <a:gridCol w="2038347">
                  <a:extLst>
                    <a:ext uri="{9D8B030D-6E8A-4147-A177-3AD203B41FA5}">
                      <a16:colId xmlns:a16="http://schemas.microsoft.com/office/drawing/2014/main" val="20005"/>
                    </a:ext>
                  </a:extLst>
                </a:gridCol>
                <a:gridCol w="1261753">
                  <a:extLst>
                    <a:ext uri="{9D8B030D-6E8A-4147-A177-3AD203B41FA5}">
                      <a16:colId xmlns:a16="http://schemas.microsoft.com/office/drawing/2014/main" val="20006"/>
                    </a:ext>
                  </a:extLst>
                </a:gridCol>
                <a:gridCol w="1243710">
                  <a:extLst>
                    <a:ext uri="{9D8B030D-6E8A-4147-A177-3AD203B41FA5}">
                      <a16:colId xmlns:a16="http://schemas.microsoft.com/office/drawing/2014/main" val="20007"/>
                    </a:ext>
                  </a:extLst>
                </a:gridCol>
              </a:tblGrid>
              <a:tr h="1100051">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Sl. No</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  </a:t>
                      </a:r>
                      <a:endParaRPr lang="en-US" sz="1700"/>
                    </a:p>
                    <a:p>
                      <a:pPr algn="ctr">
                        <a:lnSpc>
                          <a:spcPts val="2047"/>
                        </a:lnSpc>
                      </a:pPr>
                      <a:r>
                        <a:rPr lang="en-US" sz="1700" b="1">
                          <a:solidFill>
                            <a:srgbClr val="000000"/>
                          </a:solidFill>
                          <a:latin typeface="Times New Roman Bold"/>
                          <a:ea typeface="Times New Roman Bold"/>
                          <a:cs typeface="Times New Roman Bold"/>
                          <a:sym typeface="Times New Roman Bold"/>
                        </a:rPr>
                        <a:t>Authors</a:t>
                      </a:r>
                    </a:p>
                    <a:p>
                      <a:pPr algn="ctr">
                        <a:lnSpc>
                          <a:spcPts val="2047"/>
                        </a:lnSpc>
                      </a:pPr>
                      <a:endParaRPr lang="en-US" sz="1706" b="1">
                        <a:solidFill>
                          <a:srgbClr val="000000"/>
                        </a:solidFill>
                        <a:latin typeface="Times New Roman Bold"/>
                        <a:ea typeface="Times New Roman Bold"/>
                        <a:cs typeface="Times New Roman Bold"/>
                        <a:sym typeface="Times New Roman Bold"/>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Title</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Journal</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Year</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Methodology</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Merits</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Demerits</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47256">
                <a:tc>
                  <a:txBody>
                    <a:bodyPr/>
                    <a:lstStyle/>
                    <a:p>
                      <a:pPr algn="ctr">
                        <a:lnSpc>
                          <a:spcPts val="2560"/>
                        </a:lnSpc>
                        <a:defRPr/>
                      </a:pPr>
                      <a:r>
                        <a:rPr lang="en-US" sz="1800">
                          <a:solidFill>
                            <a:srgbClr val="000000"/>
                          </a:solidFill>
                          <a:latin typeface="Times New Roman"/>
                          <a:ea typeface="Times New Roman"/>
                          <a:cs typeface="Times New Roman"/>
                          <a:sym typeface="Times New Roman"/>
                        </a:rPr>
                        <a:t>1</a:t>
                      </a:r>
                      <a:endParaRPr lang="en-US" sz="18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IN" sz="18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defRPr/>
                      </a:pPr>
                      <a:endParaRPr lang="en-US" sz="1800" dirty="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ct val="100000"/>
                        </a:lnSpc>
                        <a:spcBef>
                          <a:spcPts val="0"/>
                        </a:spcBef>
                        <a:spcAft>
                          <a:spcPts val="0"/>
                        </a:spcAft>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96479">
                <a:tc>
                  <a:txBody>
                    <a:bodyPr/>
                    <a:lstStyle/>
                    <a:p>
                      <a:pPr algn="ctr">
                        <a:lnSpc>
                          <a:spcPts val="2560"/>
                        </a:lnSpc>
                        <a:defRPr/>
                      </a:pPr>
                      <a:r>
                        <a:rPr lang="en-US" sz="1800">
                          <a:solidFill>
                            <a:srgbClr val="000000"/>
                          </a:solidFill>
                          <a:latin typeface="Times New Roman"/>
                          <a:ea typeface="Times New Roman"/>
                          <a:cs typeface="Times New Roman"/>
                          <a:sym typeface="Times New Roman"/>
                        </a:rPr>
                        <a:t>2</a:t>
                      </a:r>
                      <a:endParaRPr lang="en-US" sz="18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defRPr/>
                      </a:pPr>
                      <a:endParaRPr lang="en-US" sz="1800" dirty="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9" name="Group 9"/>
          <p:cNvGrpSpPr/>
          <p:nvPr/>
        </p:nvGrpSpPr>
        <p:grpSpPr>
          <a:xfrm>
            <a:off x="11773" y="14697"/>
            <a:ext cx="9753600" cy="1627289"/>
            <a:chOff x="0" y="0"/>
            <a:chExt cx="13004800" cy="2169719"/>
          </a:xfrm>
        </p:grpSpPr>
        <p:sp>
          <p:nvSpPr>
            <p:cNvPr id="10" name="Freeform 10"/>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4"/>
              <a:stretch>
                <a:fillRect r="-104" b="-2"/>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4E5E9-413A-5E52-E35B-DBCA91BDBA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BB4F44-BE25-2BBC-1479-B7D7BF5489F4}"/>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9557AB24-2F9B-C169-6FDD-117EAEF0880A}"/>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grpSp>
        <p:nvGrpSpPr>
          <p:cNvPr id="4" name="Group 4">
            <a:extLst>
              <a:ext uri="{FF2B5EF4-FFF2-40B4-BE49-F238E27FC236}">
                <a16:creationId xmlns:a16="http://schemas.microsoft.com/office/drawing/2014/main" id="{F12BDC17-F99F-2403-F3EB-526891FE30D4}"/>
              </a:ext>
            </a:extLst>
          </p:cNvPr>
          <p:cNvGrpSpPr/>
          <p:nvPr/>
        </p:nvGrpSpPr>
        <p:grpSpPr>
          <a:xfrm>
            <a:off x="487680" y="1268597"/>
            <a:ext cx="8777859" cy="1219200"/>
            <a:chOff x="0" y="0"/>
            <a:chExt cx="11703812" cy="1625600"/>
          </a:xfrm>
        </p:grpSpPr>
        <p:sp>
          <p:nvSpPr>
            <p:cNvPr id="5" name="Freeform 5">
              <a:extLst>
                <a:ext uri="{FF2B5EF4-FFF2-40B4-BE49-F238E27FC236}">
                  <a16:creationId xmlns:a16="http://schemas.microsoft.com/office/drawing/2014/main" id="{C0819F7C-D4F6-5371-E536-AB643D3C7EBF}"/>
                </a:ext>
              </a:extLst>
            </p:cNvPr>
            <p:cNvSpPr/>
            <p:nvPr/>
          </p:nvSpPr>
          <p:spPr>
            <a:xfrm>
              <a:off x="0" y="0"/>
              <a:ext cx="11703808" cy="1625600"/>
            </a:xfrm>
            <a:custGeom>
              <a:avLst/>
              <a:gdLst/>
              <a:ahLst/>
              <a:cxnLst/>
              <a:rect l="l" t="t" r="r" b="b"/>
              <a:pathLst>
                <a:path w="11703808" h="1625600">
                  <a:moveTo>
                    <a:pt x="0" y="0"/>
                  </a:moveTo>
                  <a:lnTo>
                    <a:pt x="11703808" y="0"/>
                  </a:lnTo>
                  <a:lnTo>
                    <a:pt x="11703808" y="1625600"/>
                  </a:lnTo>
                  <a:lnTo>
                    <a:pt x="0" y="1625600"/>
                  </a:lnTo>
                  <a:close/>
                </a:path>
              </a:pathLst>
            </a:custGeom>
            <a:blipFill>
              <a:blip r:embed="rId3">
                <a:alphaModFix amt="0"/>
              </a:blip>
              <a:stretch>
                <a:fillRect t="-90286" b="-90286"/>
              </a:stretch>
            </a:blipFill>
          </p:spPr>
        </p:sp>
        <p:sp>
          <p:nvSpPr>
            <p:cNvPr id="6" name="TextBox 6">
              <a:extLst>
                <a:ext uri="{FF2B5EF4-FFF2-40B4-BE49-F238E27FC236}">
                  <a16:creationId xmlns:a16="http://schemas.microsoft.com/office/drawing/2014/main" id="{CC650E14-7C76-E73B-9B78-7C230D7AB4DB}"/>
                </a:ext>
              </a:extLst>
            </p:cNvPr>
            <p:cNvSpPr txBox="1"/>
            <p:nvPr/>
          </p:nvSpPr>
          <p:spPr>
            <a:xfrm>
              <a:off x="0" y="9525"/>
              <a:ext cx="11703812" cy="1616075"/>
            </a:xfrm>
            <a:prstGeom prst="rect">
              <a:avLst/>
            </a:prstGeom>
          </p:spPr>
          <p:txBody>
            <a:bodyPr lIns="0" tIns="0" rIns="0" bIns="0" rtlCol="0" anchor="ctr"/>
            <a:lstStyle/>
            <a:p>
              <a:pPr algn="ctr">
                <a:lnSpc>
                  <a:spcPts val="2764"/>
                </a:lnSpc>
              </a:pPr>
              <a:r>
                <a:rPr lang="en-US" sz="2559" b="1">
                  <a:solidFill>
                    <a:srgbClr val="000000"/>
                  </a:solidFill>
                  <a:latin typeface="Times New Roman Bold"/>
                  <a:ea typeface="Times New Roman Bold"/>
                  <a:cs typeface="Times New Roman Bold"/>
                  <a:sym typeface="Times New Roman Bold"/>
                </a:rPr>
                <a:t>LITERATURE SURVEY</a:t>
              </a:r>
            </a:p>
          </p:txBody>
        </p:sp>
      </p:grpSp>
      <p:sp>
        <p:nvSpPr>
          <p:cNvPr id="7" name="TextBox 7">
            <a:extLst>
              <a:ext uri="{FF2B5EF4-FFF2-40B4-BE49-F238E27FC236}">
                <a16:creationId xmlns:a16="http://schemas.microsoft.com/office/drawing/2014/main" id="{8F0AB151-6B38-DAA1-FA9C-85E8EC7B17F7}"/>
              </a:ext>
            </a:extLst>
          </p:cNvPr>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11</a:t>
            </a:r>
            <a:endParaRPr lang="en-US"/>
          </a:p>
        </p:txBody>
      </p:sp>
      <p:graphicFrame>
        <p:nvGraphicFramePr>
          <p:cNvPr id="8" name="Table 8">
            <a:extLst>
              <a:ext uri="{FF2B5EF4-FFF2-40B4-BE49-F238E27FC236}">
                <a16:creationId xmlns:a16="http://schemas.microsoft.com/office/drawing/2014/main" id="{EFE4B97D-74D1-AFA2-9BDA-F29EF3940EE4}"/>
              </a:ext>
            </a:extLst>
          </p:cNvPr>
          <p:cNvGraphicFramePr>
            <a:graphicFrameLocks noGrp="1"/>
          </p:cNvGraphicFramePr>
          <p:nvPr>
            <p:extLst>
              <p:ext uri="{D42A27DB-BD31-4B8C-83A1-F6EECF244321}">
                <p14:modId xmlns:p14="http://schemas.microsoft.com/office/powerpoint/2010/main" val="929743716"/>
              </p:ext>
            </p:extLst>
          </p:nvPr>
        </p:nvGraphicFramePr>
        <p:xfrm>
          <a:off x="-53" y="2482572"/>
          <a:ext cx="9682781" cy="4858006"/>
        </p:xfrm>
        <a:graphic>
          <a:graphicData uri="http://schemas.openxmlformats.org/drawingml/2006/table">
            <a:tbl>
              <a:tblPr/>
              <a:tblGrid>
                <a:gridCol w="406957">
                  <a:extLst>
                    <a:ext uri="{9D8B030D-6E8A-4147-A177-3AD203B41FA5}">
                      <a16:colId xmlns:a16="http://schemas.microsoft.com/office/drawing/2014/main" val="20000"/>
                    </a:ext>
                  </a:extLst>
                </a:gridCol>
                <a:gridCol w="1117096">
                  <a:extLst>
                    <a:ext uri="{9D8B030D-6E8A-4147-A177-3AD203B41FA5}">
                      <a16:colId xmlns:a16="http://schemas.microsoft.com/office/drawing/2014/main" val="20001"/>
                    </a:ext>
                  </a:extLst>
                </a:gridCol>
                <a:gridCol w="1602162">
                  <a:extLst>
                    <a:ext uri="{9D8B030D-6E8A-4147-A177-3AD203B41FA5}">
                      <a16:colId xmlns:a16="http://schemas.microsoft.com/office/drawing/2014/main" val="20002"/>
                    </a:ext>
                  </a:extLst>
                </a:gridCol>
                <a:gridCol w="1507257">
                  <a:extLst>
                    <a:ext uri="{9D8B030D-6E8A-4147-A177-3AD203B41FA5}">
                      <a16:colId xmlns:a16="http://schemas.microsoft.com/office/drawing/2014/main" val="20003"/>
                    </a:ext>
                  </a:extLst>
                </a:gridCol>
                <a:gridCol w="496052">
                  <a:extLst>
                    <a:ext uri="{9D8B030D-6E8A-4147-A177-3AD203B41FA5}">
                      <a16:colId xmlns:a16="http://schemas.microsoft.com/office/drawing/2014/main" val="20004"/>
                    </a:ext>
                  </a:extLst>
                </a:gridCol>
                <a:gridCol w="2069714">
                  <a:extLst>
                    <a:ext uri="{9D8B030D-6E8A-4147-A177-3AD203B41FA5}">
                      <a16:colId xmlns:a16="http://schemas.microsoft.com/office/drawing/2014/main" val="20005"/>
                    </a:ext>
                  </a:extLst>
                </a:gridCol>
                <a:gridCol w="1281167">
                  <a:extLst>
                    <a:ext uri="{9D8B030D-6E8A-4147-A177-3AD203B41FA5}">
                      <a16:colId xmlns:a16="http://schemas.microsoft.com/office/drawing/2014/main" val="20006"/>
                    </a:ext>
                  </a:extLst>
                </a:gridCol>
                <a:gridCol w="1202376">
                  <a:extLst>
                    <a:ext uri="{9D8B030D-6E8A-4147-A177-3AD203B41FA5}">
                      <a16:colId xmlns:a16="http://schemas.microsoft.com/office/drawing/2014/main" val="20007"/>
                    </a:ext>
                  </a:extLst>
                </a:gridCol>
              </a:tblGrid>
              <a:tr h="1109854">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Sl. No</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  </a:t>
                      </a:r>
                      <a:endParaRPr lang="en-US" sz="1700"/>
                    </a:p>
                    <a:p>
                      <a:pPr algn="ctr">
                        <a:lnSpc>
                          <a:spcPts val="2047"/>
                        </a:lnSpc>
                      </a:pPr>
                      <a:r>
                        <a:rPr lang="en-US" sz="1700" b="1">
                          <a:solidFill>
                            <a:srgbClr val="000000"/>
                          </a:solidFill>
                          <a:latin typeface="Times New Roman Bold"/>
                          <a:ea typeface="Times New Roman Bold"/>
                          <a:cs typeface="Times New Roman Bold"/>
                          <a:sym typeface="Times New Roman Bold"/>
                        </a:rPr>
                        <a:t>Authors</a:t>
                      </a:r>
                    </a:p>
                    <a:p>
                      <a:pPr algn="ctr">
                        <a:lnSpc>
                          <a:spcPts val="2047"/>
                        </a:lnSpc>
                      </a:pPr>
                      <a:endParaRPr lang="en-US" sz="1706" b="1">
                        <a:solidFill>
                          <a:srgbClr val="000000"/>
                        </a:solidFill>
                        <a:latin typeface="Times New Roman Bold"/>
                        <a:ea typeface="Times New Roman Bold"/>
                        <a:cs typeface="Times New Roman Bold"/>
                        <a:sym typeface="Times New Roman Bold"/>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Title</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Journal</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Year</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Methodology</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Merits</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47"/>
                        </a:lnSpc>
                        <a:defRPr/>
                      </a:pPr>
                      <a:r>
                        <a:rPr lang="en-US" sz="1700" b="1">
                          <a:solidFill>
                            <a:srgbClr val="000000"/>
                          </a:solidFill>
                          <a:latin typeface="Times New Roman Bold"/>
                          <a:ea typeface="Times New Roman Bold"/>
                          <a:cs typeface="Times New Roman Bold"/>
                          <a:sym typeface="Times New Roman Bold"/>
                        </a:rPr>
                        <a:t>Demerits</a:t>
                      </a:r>
                      <a:endParaRPr lang="en-US" sz="170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46374">
                <a:tc>
                  <a:txBody>
                    <a:bodyPr/>
                    <a:lstStyle/>
                    <a:p>
                      <a:pPr algn="ctr">
                        <a:lnSpc>
                          <a:spcPts val="2560"/>
                        </a:lnSpc>
                        <a:defRPr/>
                      </a:pPr>
                      <a:endParaRPr lang="en-US" sz="1800" dirty="0">
                        <a:solidFill>
                          <a:srgbClr val="000000"/>
                        </a:solidFill>
                        <a:latin typeface="Times New Roman"/>
                        <a:cs typeface="Times New Roman"/>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ea typeface="Calibri"/>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defRPr/>
                      </a:pPr>
                      <a:endParaRPr lang="en-US" sz="1800" dirty="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ct val="100000"/>
                        </a:lnSpc>
                        <a:spcBef>
                          <a:spcPts val="0"/>
                        </a:spcBef>
                        <a:spcAft>
                          <a:spcPts val="0"/>
                        </a:spcAft>
                        <a:buNone/>
                      </a:pPr>
                      <a:endParaRPr lang="en-US" sz="1800"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01778">
                <a:tc>
                  <a:txBody>
                    <a:bodyPr/>
                    <a:lstStyle/>
                    <a:p>
                      <a:pPr algn="ctr">
                        <a:lnSpc>
                          <a:spcPts val="2560"/>
                        </a:lnSpc>
                        <a:defRPr/>
                      </a:pPr>
                      <a:endParaRPr lang="en-US" sz="1800" dirty="0">
                        <a:solidFill>
                          <a:srgbClr val="000000"/>
                        </a:solidFill>
                        <a:latin typeface="Times New Roman"/>
                        <a:cs typeface="Times New Roman"/>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defRPr/>
                      </a:pPr>
                      <a:endParaRPr lang="en-US" dirty="0"/>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dirty="0">
                        <a:latin typeface="Times New Roman" panose="02020603050405020304" pitchFamily="18" charset="0"/>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lnSpc>
                          <a:spcPts val="1679"/>
                        </a:lnSpc>
                        <a:buNone/>
                      </a:pPr>
                      <a:endParaRPr lang="en-US" sz="1800" b="0" i="0" u="none" strike="noStrike" noProof="0" dirty="0">
                        <a:latin typeface="Times New Roman" panose="02020603050405020304" pitchFamily="18" charset="0"/>
                        <a:ea typeface="Calibri"/>
                        <a:cs typeface="Times New Roman" panose="02020603050405020304" pitchFamily="18" charset="0"/>
                      </a:endParaRPr>
                    </a:p>
                  </a:txBody>
                  <a:tcPr marL="8377" marR="8377" marT="8377" marB="837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9" name="Group 9">
            <a:extLst>
              <a:ext uri="{FF2B5EF4-FFF2-40B4-BE49-F238E27FC236}">
                <a16:creationId xmlns:a16="http://schemas.microsoft.com/office/drawing/2014/main" id="{F288B002-B7F5-5C29-FF95-B76621884D20}"/>
              </a:ext>
            </a:extLst>
          </p:cNvPr>
          <p:cNvGrpSpPr/>
          <p:nvPr/>
        </p:nvGrpSpPr>
        <p:grpSpPr>
          <a:xfrm>
            <a:off x="11773" y="14697"/>
            <a:ext cx="9753600" cy="1627289"/>
            <a:chOff x="0" y="0"/>
            <a:chExt cx="13004800" cy="2169719"/>
          </a:xfrm>
        </p:grpSpPr>
        <p:sp>
          <p:nvSpPr>
            <p:cNvPr id="10" name="Freeform 10">
              <a:extLst>
                <a:ext uri="{FF2B5EF4-FFF2-40B4-BE49-F238E27FC236}">
                  <a16:creationId xmlns:a16="http://schemas.microsoft.com/office/drawing/2014/main" id="{39D2DCD2-8B12-14D7-D7C6-8ACE04ECEF06}"/>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4"/>
              <a:stretch>
                <a:fillRect r="-104" b="-2"/>
              </a:stretch>
            </a:blipFill>
          </p:spPr>
        </p:sp>
      </p:grpSp>
    </p:spTree>
    <p:extLst>
      <p:ext uri="{BB962C8B-B14F-4D97-AF65-F5344CB8AC3E}">
        <p14:creationId xmlns:p14="http://schemas.microsoft.com/office/powerpoint/2010/main" val="337759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12</a:t>
            </a:r>
            <a:endParaRPr lang="en-US"/>
          </a:p>
        </p:txBody>
      </p:sp>
      <p:grpSp>
        <p:nvGrpSpPr>
          <p:cNvPr id="5" name="Group 5"/>
          <p:cNvGrpSpPr/>
          <p:nvPr/>
        </p:nvGrpSpPr>
        <p:grpSpPr>
          <a:xfrm>
            <a:off x="377139" y="1678492"/>
            <a:ext cx="8894095" cy="1151806"/>
            <a:chOff x="0" y="0"/>
            <a:chExt cx="12185102" cy="2371761"/>
          </a:xfrm>
        </p:grpSpPr>
        <p:sp>
          <p:nvSpPr>
            <p:cNvPr id="6" name="Freeform 6"/>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p:cNvSpPr txBox="1"/>
            <p:nvPr/>
          </p:nvSpPr>
          <p:spPr>
            <a:xfrm>
              <a:off x="384816" y="1183427"/>
              <a:ext cx="11800286" cy="1188334"/>
            </a:xfrm>
            <a:prstGeom prst="rect">
              <a:avLst/>
            </a:prstGeom>
          </p:spPr>
          <p:txBody>
            <a:bodyPr lIns="0" tIns="0" rIns="0" bIns="0" rtlCol="0" anchor="ctr"/>
            <a:lstStyle/>
            <a:p>
              <a:pPr>
                <a:lnSpc>
                  <a:spcPts val="4600"/>
                </a:lnSpc>
              </a:pPr>
              <a:r>
                <a:rPr lang="en-US" sz="3600">
                  <a:solidFill>
                    <a:srgbClr val="C0504D"/>
                  </a:solidFill>
                  <a:latin typeface="Times New Roman Bold"/>
                  <a:ea typeface="+mn-lt"/>
                  <a:cs typeface="Times New Roman Bold"/>
                  <a:sym typeface="Times New Roman Bold"/>
                </a:rPr>
                <a:t>INFERENCE FROM </a:t>
              </a:r>
              <a:r>
                <a:rPr lang="en-US" sz="3600">
                  <a:solidFill>
                    <a:schemeClr val="accent2"/>
                  </a:solidFill>
                  <a:latin typeface="Times New Roman Bold"/>
                  <a:ea typeface="+mn-lt"/>
                  <a:cs typeface="Times New Roman Bold"/>
                  <a:sym typeface="Times New Roman Bold"/>
                </a:rPr>
                <a:t> </a:t>
              </a:r>
              <a:r>
                <a:rPr lang="en-US" sz="3600" b="1">
                  <a:solidFill>
                    <a:schemeClr val="accent2"/>
                  </a:solidFill>
                  <a:latin typeface="Times New Roman Bold"/>
                  <a:ea typeface="+mn-lt"/>
                  <a:cs typeface="Times New Roman Bold"/>
                  <a:sym typeface="Times New Roman Bold"/>
                </a:rPr>
                <a:t>LITERATURE</a:t>
              </a:r>
              <a:r>
                <a:rPr lang="en-US" sz="3600" b="1">
                  <a:solidFill>
                    <a:srgbClr val="000000"/>
                  </a:solidFill>
                  <a:latin typeface="Times New Roman Bold"/>
                  <a:ea typeface="+mn-lt"/>
                  <a:cs typeface="Times New Roman Bold"/>
                  <a:sym typeface="Times New Roman Bold"/>
                </a:rPr>
                <a:t> </a:t>
              </a:r>
              <a:r>
                <a:rPr lang="en-US" sz="3600">
                  <a:solidFill>
                    <a:srgbClr val="C0504D"/>
                  </a:solidFill>
                  <a:latin typeface="Times New Roman Bold"/>
                  <a:ea typeface="Calibri"/>
                  <a:cs typeface="Times New Roman Bold"/>
                </a:rPr>
                <a:t> SURVEY</a:t>
              </a:r>
              <a:endParaRPr lang="en-US" sz="3600">
                <a:latin typeface="Times New Roman Bold"/>
                <a:ea typeface="Calibri"/>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964F7-D7C5-DD8F-8562-5212A1B007D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E32ED3E-BB9D-2B42-E696-D347969614F4}"/>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7A94B1E7-FAB1-0E1D-8579-5648A232F943}"/>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a:extLst>
              <a:ext uri="{FF2B5EF4-FFF2-40B4-BE49-F238E27FC236}">
                <a16:creationId xmlns:a16="http://schemas.microsoft.com/office/drawing/2014/main" id="{353A44A3-2EB2-869C-6217-72FFF20120A6}"/>
              </a:ext>
            </a:extLst>
          </p:cNvPr>
          <p:cNvSpPr txBox="1"/>
          <p:nvPr/>
        </p:nvSpPr>
        <p:spPr>
          <a:xfrm>
            <a:off x="9234114"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13</a:t>
            </a:r>
            <a:endParaRPr lang="en-US"/>
          </a:p>
        </p:txBody>
      </p:sp>
      <p:grpSp>
        <p:nvGrpSpPr>
          <p:cNvPr id="5" name="Group 5">
            <a:extLst>
              <a:ext uri="{FF2B5EF4-FFF2-40B4-BE49-F238E27FC236}">
                <a16:creationId xmlns:a16="http://schemas.microsoft.com/office/drawing/2014/main" id="{64F4518F-19CB-5AA2-D979-041E2E347195}"/>
              </a:ext>
            </a:extLst>
          </p:cNvPr>
          <p:cNvGrpSpPr/>
          <p:nvPr/>
        </p:nvGrpSpPr>
        <p:grpSpPr>
          <a:xfrm>
            <a:off x="487680" y="1941195"/>
            <a:ext cx="8778240" cy="890058"/>
            <a:chOff x="0" y="0"/>
            <a:chExt cx="11704320" cy="1186743"/>
          </a:xfrm>
        </p:grpSpPr>
        <p:sp>
          <p:nvSpPr>
            <p:cNvPr id="6" name="Freeform 6">
              <a:extLst>
                <a:ext uri="{FF2B5EF4-FFF2-40B4-BE49-F238E27FC236}">
                  <a16:creationId xmlns:a16="http://schemas.microsoft.com/office/drawing/2014/main" id="{A229D702-F735-6127-6F52-41FD0DF58050}"/>
                </a:ext>
              </a:extLst>
            </p:cNvPr>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a:extLst>
                <a:ext uri="{FF2B5EF4-FFF2-40B4-BE49-F238E27FC236}">
                  <a16:creationId xmlns:a16="http://schemas.microsoft.com/office/drawing/2014/main" id="{B413FE80-E844-A5F0-BE54-2C8CDB39CDC8}"/>
                </a:ext>
              </a:extLst>
            </p:cNvPr>
            <p:cNvSpPr txBox="1"/>
            <p:nvPr/>
          </p:nvSpPr>
          <p:spPr>
            <a:xfrm>
              <a:off x="0" y="19050"/>
              <a:ext cx="11704320" cy="1167693"/>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PROBLEM STATEMENT</a:t>
              </a:r>
              <a:endParaRPr lang="en-US" sz="4000" b="1">
                <a:solidFill>
                  <a:srgbClr val="C0504D"/>
                </a:solidFill>
                <a:latin typeface="Times New Roman Bold"/>
                <a:ea typeface="Times New Roman Bold"/>
                <a:cs typeface="Times New Roman Bold"/>
              </a:endParaRPr>
            </a:p>
          </p:txBody>
        </p:sp>
      </p:grpSp>
      <p:grpSp>
        <p:nvGrpSpPr>
          <p:cNvPr id="8" name="Group 8">
            <a:extLst>
              <a:ext uri="{FF2B5EF4-FFF2-40B4-BE49-F238E27FC236}">
                <a16:creationId xmlns:a16="http://schemas.microsoft.com/office/drawing/2014/main" id="{0B939F4D-B890-9842-CAB2-D6D45D1410FB}"/>
              </a:ext>
            </a:extLst>
          </p:cNvPr>
          <p:cNvGrpSpPr/>
          <p:nvPr/>
        </p:nvGrpSpPr>
        <p:grpSpPr>
          <a:xfrm>
            <a:off x="11773" y="14697"/>
            <a:ext cx="9753600" cy="1627289"/>
            <a:chOff x="0" y="0"/>
            <a:chExt cx="13004800" cy="2169719"/>
          </a:xfrm>
        </p:grpSpPr>
        <p:sp>
          <p:nvSpPr>
            <p:cNvPr id="9" name="Freeform 9">
              <a:extLst>
                <a:ext uri="{FF2B5EF4-FFF2-40B4-BE49-F238E27FC236}">
                  <a16:creationId xmlns:a16="http://schemas.microsoft.com/office/drawing/2014/main" id="{2592EFC8-C571-1856-1C07-0414CA9CDF3C}"/>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749939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14</a:t>
            </a:r>
            <a:endParaRPr lang="en-US"/>
          </a:p>
        </p:txBody>
      </p:sp>
      <p:grpSp>
        <p:nvGrpSpPr>
          <p:cNvPr id="5" name="Group 5"/>
          <p:cNvGrpSpPr/>
          <p:nvPr/>
        </p:nvGrpSpPr>
        <p:grpSpPr>
          <a:xfrm>
            <a:off x="487680" y="1822695"/>
            <a:ext cx="8778240" cy="1008562"/>
            <a:chOff x="0" y="-158000"/>
            <a:chExt cx="11704320" cy="1344748"/>
          </a:xfrm>
        </p:grpSpPr>
        <p:sp>
          <p:nvSpPr>
            <p:cNvPr id="6" name="Freeform 6"/>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p:cNvSpPr txBox="1"/>
            <p:nvPr/>
          </p:nvSpPr>
          <p:spPr>
            <a:xfrm>
              <a:off x="0" y="-158000"/>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DATASET DETAILS</a:t>
              </a:r>
              <a:endParaRPr lang="en-US" sz="4000" b="1">
                <a:solidFill>
                  <a:srgbClr val="C0504D"/>
                </a:solidFill>
                <a:latin typeface="Times New Roman Bold"/>
                <a:ea typeface="Times New Roman Bold"/>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6DA5A-3FA1-E67C-936E-6916285E4A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5D67FC2-3262-23BF-54B3-22BA3A6BB014}"/>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BD1CF23F-FD14-318F-9D4F-D5167B7148BB}"/>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a:extLst>
              <a:ext uri="{FF2B5EF4-FFF2-40B4-BE49-F238E27FC236}">
                <a16:creationId xmlns:a16="http://schemas.microsoft.com/office/drawing/2014/main" id="{F7A3A35F-DE18-C377-049E-DB8C3E6CA8E0}"/>
              </a:ext>
            </a:extLst>
          </p:cNvPr>
          <p:cNvSpPr txBox="1"/>
          <p:nvPr/>
        </p:nvSpPr>
        <p:spPr>
          <a:xfrm>
            <a:off x="9234114"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15</a:t>
            </a:r>
            <a:endParaRPr lang="en-US"/>
          </a:p>
        </p:txBody>
      </p:sp>
      <p:grpSp>
        <p:nvGrpSpPr>
          <p:cNvPr id="5" name="Group 5">
            <a:extLst>
              <a:ext uri="{FF2B5EF4-FFF2-40B4-BE49-F238E27FC236}">
                <a16:creationId xmlns:a16="http://schemas.microsoft.com/office/drawing/2014/main" id="{A3AD077F-6969-F742-8D17-E9BA93C97E78}"/>
              </a:ext>
            </a:extLst>
          </p:cNvPr>
          <p:cNvGrpSpPr/>
          <p:nvPr/>
        </p:nvGrpSpPr>
        <p:grpSpPr>
          <a:xfrm>
            <a:off x="487680" y="1822695"/>
            <a:ext cx="8778240" cy="1008562"/>
            <a:chOff x="0" y="-158000"/>
            <a:chExt cx="11704320" cy="1344748"/>
          </a:xfrm>
        </p:grpSpPr>
        <p:sp>
          <p:nvSpPr>
            <p:cNvPr id="6" name="Freeform 6">
              <a:extLst>
                <a:ext uri="{FF2B5EF4-FFF2-40B4-BE49-F238E27FC236}">
                  <a16:creationId xmlns:a16="http://schemas.microsoft.com/office/drawing/2014/main" id="{F7AAEFFD-9428-3F2B-825D-2739EA83B864}"/>
                </a:ext>
              </a:extLst>
            </p:cNvPr>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a:extLst>
                <a:ext uri="{FF2B5EF4-FFF2-40B4-BE49-F238E27FC236}">
                  <a16:creationId xmlns:a16="http://schemas.microsoft.com/office/drawing/2014/main" id="{03093340-F358-402C-10ED-2A0358C1BEC3}"/>
                </a:ext>
              </a:extLst>
            </p:cNvPr>
            <p:cNvSpPr txBox="1"/>
            <p:nvPr/>
          </p:nvSpPr>
          <p:spPr>
            <a:xfrm>
              <a:off x="0" y="-158000"/>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DATASET DETAILS</a:t>
              </a:r>
              <a:endParaRPr lang="en-US" sz="4000" b="1">
                <a:solidFill>
                  <a:srgbClr val="C0504D"/>
                </a:solidFill>
                <a:latin typeface="Times New Roman Bold"/>
                <a:ea typeface="Times New Roman Bold"/>
                <a:cs typeface="Times New Roman Bold"/>
              </a:endParaRPr>
            </a:p>
          </p:txBody>
        </p:sp>
      </p:grpSp>
      <p:grpSp>
        <p:nvGrpSpPr>
          <p:cNvPr id="8" name="Group 8">
            <a:extLst>
              <a:ext uri="{FF2B5EF4-FFF2-40B4-BE49-F238E27FC236}">
                <a16:creationId xmlns:a16="http://schemas.microsoft.com/office/drawing/2014/main" id="{1D34D550-06B4-260D-348C-6D9D0282A782}"/>
              </a:ext>
            </a:extLst>
          </p:cNvPr>
          <p:cNvGrpSpPr/>
          <p:nvPr/>
        </p:nvGrpSpPr>
        <p:grpSpPr>
          <a:xfrm>
            <a:off x="11773" y="14697"/>
            <a:ext cx="9753600" cy="1627289"/>
            <a:chOff x="0" y="0"/>
            <a:chExt cx="13004800" cy="2169719"/>
          </a:xfrm>
        </p:grpSpPr>
        <p:sp>
          <p:nvSpPr>
            <p:cNvPr id="9" name="Freeform 9">
              <a:extLst>
                <a:ext uri="{FF2B5EF4-FFF2-40B4-BE49-F238E27FC236}">
                  <a16:creationId xmlns:a16="http://schemas.microsoft.com/office/drawing/2014/main" id="{065C6915-017F-7822-4B02-1ED73DB26E2F}"/>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755109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FE24D-93F2-B6DB-1128-EB1810A33B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711C5A-3063-E6EC-D26B-CFAC6FEA78E6}"/>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B4817B70-0D79-14B4-385F-4E610B96CD41}"/>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a:extLst>
              <a:ext uri="{FF2B5EF4-FFF2-40B4-BE49-F238E27FC236}">
                <a16:creationId xmlns:a16="http://schemas.microsoft.com/office/drawing/2014/main" id="{45A9B9B6-5E04-6E06-60CF-1B93F8E12042}"/>
              </a:ext>
            </a:extLst>
          </p:cNvPr>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16</a:t>
            </a:r>
            <a:endParaRPr lang="en-US"/>
          </a:p>
        </p:txBody>
      </p:sp>
      <p:grpSp>
        <p:nvGrpSpPr>
          <p:cNvPr id="5" name="Group 5">
            <a:extLst>
              <a:ext uri="{FF2B5EF4-FFF2-40B4-BE49-F238E27FC236}">
                <a16:creationId xmlns:a16="http://schemas.microsoft.com/office/drawing/2014/main" id="{D6E4F689-736D-FC08-210B-4C45E93DDB3C}"/>
              </a:ext>
            </a:extLst>
          </p:cNvPr>
          <p:cNvGrpSpPr/>
          <p:nvPr/>
        </p:nvGrpSpPr>
        <p:grpSpPr>
          <a:xfrm>
            <a:off x="487680" y="1822695"/>
            <a:ext cx="8778240" cy="1008562"/>
            <a:chOff x="0" y="-158000"/>
            <a:chExt cx="11704320" cy="1344748"/>
          </a:xfrm>
        </p:grpSpPr>
        <p:sp>
          <p:nvSpPr>
            <p:cNvPr id="6" name="Freeform 6">
              <a:extLst>
                <a:ext uri="{FF2B5EF4-FFF2-40B4-BE49-F238E27FC236}">
                  <a16:creationId xmlns:a16="http://schemas.microsoft.com/office/drawing/2014/main" id="{98CA0FA3-C87A-EF5E-4181-4C82692FC169}"/>
                </a:ext>
              </a:extLst>
            </p:cNvPr>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a:extLst>
                <a:ext uri="{FF2B5EF4-FFF2-40B4-BE49-F238E27FC236}">
                  <a16:creationId xmlns:a16="http://schemas.microsoft.com/office/drawing/2014/main" id="{97DD5FCB-06C3-AFF9-18AF-D8A5B49594FC}"/>
                </a:ext>
              </a:extLst>
            </p:cNvPr>
            <p:cNvSpPr txBox="1"/>
            <p:nvPr/>
          </p:nvSpPr>
          <p:spPr>
            <a:xfrm>
              <a:off x="0" y="-158000"/>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DATASET DETAILS</a:t>
              </a:r>
              <a:endParaRPr lang="en-US" sz="4000" b="1">
                <a:solidFill>
                  <a:srgbClr val="C0504D"/>
                </a:solidFill>
                <a:latin typeface="Times New Roman Bold"/>
                <a:ea typeface="Times New Roman Bold"/>
                <a:cs typeface="Times New Roman Bold"/>
              </a:endParaRPr>
            </a:p>
          </p:txBody>
        </p:sp>
      </p:grpSp>
      <p:grpSp>
        <p:nvGrpSpPr>
          <p:cNvPr id="8" name="Group 8">
            <a:extLst>
              <a:ext uri="{FF2B5EF4-FFF2-40B4-BE49-F238E27FC236}">
                <a16:creationId xmlns:a16="http://schemas.microsoft.com/office/drawing/2014/main" id="{9B75A6D3-2440-C5B8-10CA-AAB6736C4B46}"/>
              </a:ext>
            </a:extLst>
          </p:cNvPr>
          <p:cNvGrpSpPr/>
          <p:nvPr/>
        </p:nvGrpSpPr>
        <p:grpSpPr>
          <a:xfrm>
            <a:off x="11773" y="14697"/>
            <a:ext cx="9753600" cy="1627289"/>
            <a:chOff x="0" y="0"/>
            <a:chExt cx="13004800" cy="2169719"/>
          </a:xfrm>
        </p:grpSpPr>
        <p:sp>
          <p:nvSpPr>
            <p:cNvPr id="9" name="Freeform 9">
              <a:extLst>
                <a:ext uri="{FF2B5EF4-FFF2-40B4-BE49-F238E27FC236}">
                  <a16:creationId xmlns:a16="http://schemas.microsoft.com/office/drawing/2014/main" id="{8D205D94-8D1E-9885-7FC9-EC097C0C511A}"/>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3194014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49571"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17</a:t>
            </a:r>
            <a:endParaRPr lang="en-US"/>
          </a:p>
        </p:txBody>
      </p:sp>
      <p:grpSp>
        <p:nvGrpSpPr>
          <p:cNvPr id="5" name="Group 5"/>
          <p:cNvGrpSpPr/>
          <p:nvPr/>
        </p:nvGrpSpPr>
        <p:grpSpPr>
          <a:xfrm>
            <a:off x="487680" y="1822695"/>
            <a:ext cx="8778240" cy="1008562"/>
            <a:chOff x="0" y="-158000"/>
            <a:chExt cx="11704320" cy="1344748"/>
          </a:xfrm>
        </p:grpSpPr>
        <p:sp>
          <p:nvSpPr>
            <p:cNvPr id="6" name="Freeform 6"/>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p:cNvSpPr txBox="1"/>
            <p:nvPr/>
          </p:nvSpPr>
          <p:spPr>
            <a:xfrm>
              <a:off x="0" y="-158000"/>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PROPOSED METHOD</a:t>
              </a:r>
              <a:endParaRPr lang="en-US" sz="4000" b="1">
                <a:solidFill>
                  <a:srgbClr val="C0504D"/>
                </a:solidFill>
                <a:latin typeface="Times New Roman Bold"/>
                <a:ea typeface="Times New Roman Bold"/>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
        <p:nvSpPr>
          <p:cNvPr id="11" name="TextBox 10">
            <a:extLst>
              <a:ext uri="{FF2B5EF4-FFF2-40B4-BE49-F238E27FC236}">
                <a16:creationId xmlns:a16="http://schemas.microsoft.com/office/drawing/2014/main" id="{9920290D-A1AE-8297-3B6C-3BD90B17B712}"/>
              </a:ext>
            </a:extLst>
          </p:cNvPr>
          <p:cNvSpPr txBox="1"/>
          <p:nvPr/>
        </p:nvSpPr>
        <p:spPr>
          <a:xfrm>
            <a:off x="667986" y="6546272"/>
            <a:ext cx="660564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sz="2000">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18</a:t>
            </a:r>
            <a:endParaRPr lang="en-US"/>
          </a:p>
        </p:txBody>
      </p:sp>
      <p:grpSp>
        <p:nvGrpSpPr>
          <p:cNvPr id="5" name="Group 5"/>
          <p:cNvGrpSpPr/>
          <p:nvPr/>
        </p:nvGrpSpPr>
        <p:grpSpPr>
          <a:xfrm>
            <a:off x="487680" y="1490375"/>
            <a:ext cx="8945980" cy="1340882"/>
            <a:chOff x="0" y="-601093"/>
            <a:chExt cx="11927974" cy="1787841"/>
          </a:xfrm>
        </p:grpSpPr>
        <p:sp>
          <p:nvSpPr>
            <p:cNvPr id="6" name="Freeform 6"/>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p:cNvSpPr txBox="1"/>
            <p:nvPr/>
          </p:nvSpPr>
          <p:spPr>
            <a:xfrm>
              <a:off x="223654" y="-601093"/>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ARCHITECTURAL DIAGRAM</a:t>
              </a:r>
              <a:endParaRPr lang="en-US" sz="4000" b="1">
                <a:solidFill>
                  <a:srgbClr val="C0504D"/>
                </a:solidFill>
                <a:latin typeface="Times New Roman Bold"/>
                <a:ea typeface="Times New Roman Bold"/>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34114" y="6781990"/>
            <a:ext cx="402431" cy="207877"/>
          </a:xfrm>
          <a:prstGeom prst="rect">
            <a:avLst/>
          </a:prstGeom>
        </p:spPr>
        <p:txBody>
          <a:bodyPr lIns="0" tIns="0" rIns="0" bIns="0" rtlCol="0" anchor="t">
            <a:spAutoFit/>
          </a:bodyPr>
          <a:lstStyle/>
          <a:p>
            <a:pPr algn="r">
              <a:lnSpc>
                <a:spcPts val="1663"/>
              </a:lnSpc>
            </a:pPr>
            <a:r>
              <a:rPr lang="en-US" sz="1350">
                <a:latin typeface="Arial"/>
                <a:cs typeface="Arial"/>
              </a:rPr>
              <a:t>19</a:t>
            </a:r>
          </a:p>
        </p:txBody>
      </p:sp>
      <p:grpSp>
        <p:nvGrpSpPr>
          <p:cNvPr id="5" name="Group 5"/>
          <p:cNvGrpSpPr/>
          <p:nvPr/>
        </p:nvGrpSpPr>
        <p:grpSpPr>
          <a:xfrm>
            <a:off x="487680" y="1824099"/>
            <a:ext cx="8778240" cy="1551443"/>
            <a:chOff x="0" y="-156128"/>
            <a:chExt cx="11704320" cy="2068591"/>
          </a:xfrm>
        </p:grpSpPr>
        <p:sp>
          <p:nvSpPr>
            <p:cNvPr id="6" name="Freeform 6"/>
            <p:cNvSpPr/>
            <p:nvPr/>
          </p:nvSpPr>
          <p:spPr>
            <a:xfrm>
              <a:off x="0" y="0"/>
              <a:ext cx="11704320" cy="1912463"/>
            </a:xfrm>
            <a:custGeom>
              <a:avLst/>
              <a:gdLst/>
              <a:ahLst/>
              <a:cxnLst/>
              <a:rect l="l" t="t" r="r" b="b"/>
              <a:pathLst>
                <a:path w="11704320" h="1912463">
                  <a:moveTo>
                    <a:pt x="0" y="0"/>
                  </a:moveTo>
                  <a:lnTo>
                    <a:pt x="11704320" y="0"/>
                  </a:lnTo>
                  <a:lnTo>
                    <a:pt x="11704320" y="1912463"/>
                  </a:lnTo>
                  <a:lnTo>
                    <a:pt x="0" y="1912463"/>
                  </a:lnTo>
                  <a:close/>
                </a:path>
              </a:pathLst>
            </a:custGeom>
            <a:solidFill>
              <a:srgbClr val="C0504D">
                <a:alpha val="0"/>
              </a:srgbClr>
            </a:solidFill>
          </p:spPr>
        </p:sp>
        <p:sp>
          <p:nvSpPr>
            <p:cNvPr id="7" name="TextBox 7"/>
            <p:cNvSpPr txBox="1"/>
            <p:nvPr/>
          </p:nvSpPr>
          <p:spPr>
            <a:xfrm>
              <a:off x="0" y="-156128"/>
              <a:ext cx="11704320" cy="1893409"/>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NOVELTY OF  THE PROPOSED METHOD</a:t>
              </a:r>
              <a:endParaRPr lang="en-US" sz="4000" b="1">
                <a:solidFill>
                  <a:srgbClr val="C0504D"/>
                </a:solidFill>
                <a:latin typeface="Times New Roman Bold"/>
                <a:ea typeface="Times New Roman Bold"/>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99BBF-54FB-8DBD-BEB4-6296407ACBE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AA2412C-0AD0-7BBC-E04E-B169AF4E0603}"/>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07696560-1E4B-8A79-D8CF-7346B04A6025}"/>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a:extLst>
              <a:ext uri="{FF2B5EF4-FFF2-40B4-BE49-F238E27FC236}">
                <a16:creationId xmlns:a16="http://schemas.microsoft.com/office/drawing/2014/main" id="{B369DAE3-C644-747E-675B-4524F5FE439F}"/>
              </a:ext>
            </a:extLst>
          </p:cNvPr>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latin typeface="Arial"/>
                <a:cs typeface="Arial"/>
              </a:rPr>
              <a:t>20</a:t>
            </a:r>
          </a:p>
        </p:txBody>
      </p:sp>
      <p:grpSp>
        <p:nvGrpSpPr>
          <p:cNvPr id="5" name="Group 5">
            <a:extLst>
              <a:ext uri="{FF2B5EF4-FFF2-40B4-BE49-F238E27FC236}">
                <a16:creationId xmlns:a16="http://schemas.microsoft.com/office/drawing/2014/main" id="{82855C0F-693C-0023-BCC6-714A6AA980C2}"/>
              </a:ext>
            </a:extLst>
          </p:cNvPr>
          <p:cNvGrpSpPr/>
          <p:nvPr/>
        </p:nvGrpSpPr>
        <p:grpSpPr>
          <a:xfrm>
            <a:off x="456766" y="1468594"/>
            <a:ext cx="8809154" cy="1906948"/>
            <a:chOff x="-41219" y="-630135"/>
            <a:chExt cx="11745539" cy="2542598"/>
          </a:xfrm>
        </p:grpSpPr>
        <p:sp>
          <p:nvSpPr>
            <p:cNvPr id="6" name="Freeform 6">
              <a:extLst>
                <a:ext uri="{FF2B5EF4-FFF2-40B4-BE49-F238E27FC236}">
                  <a16:creationId xmlns:a16="http://schemas.microsoft.com/office/drawing/2014/main" id="{AB61E1A9-1FC1-72EB-4145-5178EBBEF8F7}"/>
                </a:ext>
              </a:extLst>
            </p:cNvPr>
            <p:cNvSpPr/>
            <p:nvPr/>
          </p:nvSpPr>
          <p:spPr>
            <a:xfrm>
              <a:off x="0" y="0"/>
              <a:ext cx="11704320" cy="1912463"/>
            </a:xfrm>
            <a:custGeom>
              <a:avLst/>
              <a:gdLst/>
              <a:ahLst/>
              <a:cxnLst/>
              <a:rect l="l" t="t" r="r" b="b"/>
              <a:pathLst>
                <a:path w="11704320" h="1912463">
                  <a:moveTo>
                    <a:pt x="0" y="0"/>
                  </a:moveTo>
                  <a:lnTo>
                    <a:pt x="11704320" y="0"/>
                  </a:lnTo>
                  <a:lnTo>
                    <a:pt x="11704320" y="1912463"/>
                  </a:lnTo>
                  <a:lnTo>
                    <a:pt x="0" y="1912463"/>
                  </a:lnTo>
                  <a:close/>
                </a:path>
              </a:pathLst>
            </a:custGeom>
            <a:solidFill>
              <a:srgbClr val="C0504D">
                <a:alpha val="0"/>
              </a:srgbClr>
            </a:solidFill>
          </p:spPr>
        </p:sp>
        <p:sp>
          <p:nvSpPr>
            <p:cNvPr id="7" name="TextBox 7">
              <a:extLst>
                <a:ext uri="{FF2B5EF4-FFF2-40B4-BE49-F238E27FC236}">
                  <a16:creationId xmlns:a16="http://schemas.microsoft.com/office/drawing/2014/main" id="{36239E70-AB97-5B5A-A198-FC24B3F36DA8}"/>
                </a:ext>
              </a:extLst>
            </p:cNvPr>
            <p:cNvSpPr txBox="1"/>
            <p:nvPr/>
          </p:nvSpPr>
          <p:spPr>
            <a:xfrm>
              <a:off x="-41219" y="-630135"/>
              <a:ext cx="11704320" cy="1893409"/>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ALGORITHM STEPS</a:t>
              </a:r>
              <a:endParaRPr lang="en-US" sz="4000" b="1">
                <a:solidFill>
                  <a:srgbClr val="C0504D"/>
                </a:solidFill>
                <a:latin typeface="Times New Roman Bold"/>
                <a:ea typeface="Times New Roman Bold"/>
                <a:cs typeface="Times New Roman Bold"/>
              </a:endParaRPr>
            </a:p>
          </p:txBody>
        </p:sp>
      </p:grpSp>
      <p:grpSp>
        <p:nvGrpSpPr>
          <p:cNvPr id="8" name="Group 8">
            <a:extLst>
              <a:ext uri="{FF2B5EF4-FFF2-40B4-BE49-F238E27FC236}">
                <a16:creationId xmlns:a16="http://schemas.microsoft.com/office/drawing/2014/main" id="{31EDEA67-BB20-A2B6-911D-DFB832184C7E}"/>
              </a:ext>
            </a:extLst>
          </p:cNvPr>
          <p:cNvGrpSpPr/>
          <p:nvPr/>
        </p:nvGrpSpPr>
        <p:grpSpPr>
          <a:xfrm>
            <a:off x="11773" y="14697"/>
            <a:ext cx="9753600" cy="1627289"/>
            <a:chOff x="0" y="0"/>
            <a:chExt cx="13004800" cy="2169719"/>
          </a:xfrm>
        </p:grpSpPr>
        <p:sp>
          <p:nvSpPr>
            <p:cNvPr id="9" name="Freeform 9">
              <a:extLst>
                <a:ext uri="{FF2B5EF4-FFF2-40B4-BE49-F238E27FC236}">
                  <a16:creationId xmlns:a16="http://schemas.microsoft.com/office/drawing/2014/main" id="{9800AE63-5E50-4C38-76AD-AD47CA747DE0}"/>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1983755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BF426-A266-39D4-6CFE-559EE64C66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9A012C-16A0-348D-F677-DD26397C526A}"/>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37A30B5C-1B80-24A5-3AD8-5CD1DC3411F2}"/>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a:extLst>
              <a:ext uri="{FF2B5EF4-FFF2-40B4-BE49-F238E27FC236}">
                <a16:creationId xmlns:a16="http://schemas.microsoft.com/office/drawing/2014/main" id="{06FF8E4D-83D2-C1AC-E7BB-744B9D286DD2}"/>
              </a:ext>
            </a:extLst>
          </p:cNvPr>
          <p:cNvSpPr txBox="1"/>
          <p:nvPr/>
        </p:nvSpPr>
        <p:spPr>
          <a:xfrm>
            <a:off x="9234114" y="6781990"/>
            <a:ext cx="402431" cy="207877"/>
          </a:xfrm>
          <a:prstGeom prst="rect">
            <a:avLst/>
          </a:prstGeom>
        </p:spPr>
        <p:txBody>
          <a:bodyPr lIns="0" tIns="0" rIns="0" bIns="0" rtlCol="0" anchor="t">
            <a:spAutoFit/>
          </a:bodyPr>
          <a:lstStyle/>
          <a:p>
            <a:pPr algn="r">
              <a:lnSpc>
                <a:spcPts val="1663"/>
              </a:lnSpc>
            </a:pPr>
            <a:r>
              <a:rPr lang="en-US" sz="1350">
                <a:latin typeface="Arial"/>
                <a:cs typeface="Arial"/>
              </a:rPr>
              <a:t>21</a:t>
            </a:r>
          </a:p>
        </p:txBody>
      </p:sp>
      <p:grpSp>
        <p:nvGrpSpPr>
          <p:cNvPr id="5" name="Group 5">
            <a:extLst>
              <a:ext uri="{FF2B5EF4-FFF2-40B4-BE49-F238E27FC236}">
                <a16:creationId xmlns:a16="http://schemas.microsoft.com/office/drawing/2014/main" id="{1EA5E26C-3319-B9FB-5D34-E2E724BA95FE}"/>
              </a:ext>
            </a:extLst>
          </p:cNvPr>
          <p:cNvGrpSpPr/>
          <p:nvPr/>
        </p:nvGrpSpPr>
        <p:grpSpPr>
          <a:xfrm>
            <a:off x="456766" y="1468594"/>
            <a:ext cx="8809154" cy="1906948"/>
            <a:chOff x="-41219" y="-630135"/>
            <a:chExt cx="11745539" cy="2542598"/>
          </a:xfrm>
        </p:grpSpPr>
        <p:sp>
          <p:nvSpPr>
            <p:cNvPr id="6" name="Freeform 6">
              <a:extLst>
                <a:ext uri="{FF2B5EF4-FFF2-40B4-BE49-F238E27FC236}">
                  <a16:creationId xmlns:a16="http://schemas.microsoft.com/office/drawing/2014/main" id="{58D2C8B8-0E95-7B5B-5C1F-3CC8158D67D5}"/>
                </a:ext>
              </a:extLst>
            </p:cNvPr>
            <p:cNvSpPr/>
            <p:nvPr/>
          </p:nvSpPr>
          <p:spPr>
            <a:xfrm>
              <a:off x="0" y="0"/>
              <a:ext cx="11704320" cy="1912463"/>
            </a:xfrm>
            <a:custGeom>
              <a:avLst/>
              <a:gdLst/>
              <a:ahLst/>
              <a:cxnLst/>
              <a:rect l="l" t="t" r="r" b="b"/>
              <a:pathLst>
                <a:path w="11704320" h="1912463">
                  <a:moveTo>
                    <a:pt x="0" y="0"/>
                  </a:moveTo>
                  <a:lnTo>
                    <a:pt x="11704320" y="0"/>
                  </a:lnTo>
                  <a:lnTo>
                    <a:pt x="11704320" y="1912463"/>
                  </a:lnTo>
                  <a:lnTo>
                    <a:pt x="0" y="1912463"/>
                  </a:lnTo>
                  <a:close/>
                </a:path>
              </a:pathLst>
            </a:custGeom>
            <a:solidFill>
              <a:srgbClr val="C0504D">
                <a:alpha val="0"/>
              </a:srgbClr>
            </a:solidFill>
          </p:spPr>
        </p:sp>
        <p:sp>
          <p:nvSpPr>
            <p:cNvPr id="7" name="TextBox 7">
              <a:extLst>
                <a:ext uri="{FF2B5EF4-FFF2-40B4-BE49-F238E27FC236}">
                  <a16:creationId xmlns:a16="http://schemas.microsoft.com/office/drawing/2014/main" id="{60CBBD56-BD7F-68BB-B406-F87DD31B56AF}"/>
                </a:ext>
              </a:extLst>
            </p:cNvPr>
            <p:cNvSpPr txBox="1"/>
            <p:nvPr/>
          </p:nvSpPr>
          <p:spPr>
            <a:xfrm>
              <a:off x="-41219" y="-630135"/>
              <a:ext cx="11704320" cy="1893409"/>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ALGORITHM STEPS</a:t>
              </a:r>
              <a:endParaRPr lang="en-US" sz="4000" b="1">
                <a:solidFill>
                  <a:srgbClr val="C0504D"/>
                </a:solidFill>
                <a:latin typeface="Times New Roman Bold"/>
                <a:ea typeface="Times New Roman Bold"/>
                <a:cs typeface="Times New Roman Bold"/>
              </a:endParaRPr>
            </a:p>
          </p:txBody>
        </p:sp>
      </p:grpSp>
      <p:grpSp>
        <p:nvGrpSpPr>
          <p:cNvPr id="8" name="Group 8">
            <a:extLst>
              <a:ext uri="{FF2B5EF4-FFF2-40B4-BE49-F238E27FC236}">
                <a16:creationId xmlns:a16="http://schemas.microsoft.com/office/drawing/2014/main" id="{25A260BA-C2C3-60E6-9679-DFBA3EB972D5}"/>
              </a:ext>
            </a:extLst>
          </p:cNvPr>
          <p:cNvGrpSpPr/>
          <p:nvPr/>
        </p:nvGrpSpPr>
        <p:grpSpPr>
          <a:xfrm>
            <a:off x="11773" y="14697"/>
            <a:ext cx="9753600" cy="1627289"/>
            <a:chOff x="0" y="0"/>
            <a:chExt cx="13004800" cy="2169719"/>
          </a:xfrm>
        </p:grpSpPr>
        <p:sp>
          <p:nvSpPr>
            <p:cNvPr id="9" name="Freeform 9">
              <a:extLst>
                <a:ext uri="{FF2B5EF4-FFF2-40B4-BE49-F238E27FC236}">
                  <a16:creationId xmlns:a16="http://schemas.microsoft.com/office/drawing/2014/main" id="{037C229D-0FBD-F1DF-D1A6-13F11B7B4E1D}"/>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1673568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69CB4-353F-6556-3A17-AEB471A8F95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D8338B7-E2D2-79E1-6307-AA9944C04FB5}"/>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909180AE-CDC0-5351-14FC-4BBB0DEB42B4}"/>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a:extLst>
              <a:ext uri="{FF2B5EF4-FFF2-40B4-BE49-F238E27FC236}">
                <a16:creationId xmlns:a16="http://schemas.microsoft.com/office/drawing/2014/main" id="{957B23A5-59B8-20A9-68C4-4968050FE167}"/>
              </a:ext>
            </a:extLst>
          </p:cNvPr>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latin typeface="Arial"/>
                <a:cs typeface="Arial"/>
              </a:rPr>
              <a:t>22</a:t>
            </a:r>
          </a:p>
        </p:txBody>
      </p:sp>
      <p:grpSp>
        <p:nvGrpSpPr>
          <p:cNvPr id="5" name="Group 5">
            <a:extLst>
              <a:ext uri="{FF2B5EF4-FFF2-40B4-BE49-F238E27FC236}">
                <a16:creationId xmlns:a16="http://schemas.microsoft.com/office/drawing/2014/main" id="{2736B376-378A-59AB-E5AD-89BB363EFEEF}"/>
              </a:ext>
            </a:extLst>
          </p:cNvPr>
          <p:cNvGrpSpPr/>
          <p:nvPr/>
        </p:nvGrpSpPr>
        <p:grpSpPr>
          <a:xfrm>
            <a:off x="456766" y="1468594"/>
            <a:ext cx="8809154" cy="1906948"/>
            <a:chOff x="-41219" y="-630135"/>
            <a:chExt cx="11745539" cy="2542598"/>
          </a:xfrm>
        </p:grpSpPr>
        <p:sp>
          <p:nvSpPr>
            <p:cNvPr id="6" name="Freeform 6">
              <a:extLst>
                <a:ext uri="{FF2B5EF4-FFF2-40B4-BE49-F238E27FC236}">
                  <a16:creationId xmlns:a16="http://schemas.microsoft.com/office/drawing/2014/main" id="{AF2D16E9-4A71-25B0-B6D3-875FB71BC11F}"/>
                </a:ext>
              </a:extLst>
            </p:cNvPr>
            <p:cNvSpPr/>
            <p:nvPr/>
          </p:nvSpPr>
          <p:spPr>
            <a:xfrm>
              <a:off x="0" y="0"/>
              <a:ext cx="11704320" cy="1912463"/>
            </a:xfrm>
            <a:custGeom>
              <a:avLst/>
              <a:gdLst/>
              <a:ahLst/>
              <a:cxnLst/>
              <a:rect l="l" t="t" r="r" b="b"/>
              <a:pathLst>
                <a:path w="11704320" h="1912463">
                  <a:moveTo>
                    <a:pt x="0" y="0"/>
                  </a:moveTo>
                  <a:lnTo>
                    <a:pt x="11704320" y="0"/>
                  </a:lnTo>
                  <a:lnTo>
                    <a:pt x="11704320" y="1912463"/>
                  </a:lnTo>
                  <a:lnTo>
                    <a:pt x="0" y="1912463"/>
                  </a:lnTo>
                  <a:close/>
                </a:path>
              </a:pathLst>
            </a:custGeom>
            <a:solidFill>
              <a:srgbClr val="C0504D">
                <a:alpha val="0"/>
              </a:srgbClr>
            </a:solidFill>
          </p:spPr>
        </p:sp>
        <p:sp>
          <p:nvSpPr>
            <p:cNvPr id="7" name="TextBox 7">
              <a:extLst>
                <a:ext uri="{FF2B5EF4-FFF2-40B4-BE49-F238E27FC236}">
                  <a16:creationId xmlns:a16="http://schemas.microsoft.com/office/drawing/2014/main" id="{B76BF224-F1A2-80BA-69B6-F96B6ED41019}"/>
                </a:ext>
              </a:extLst>
            </p:cNvPr>
            <p:cNvSpPr txBox="1"/>
            <p:nvPr/>
          </p:nvSpPr>
          <p:spPr>
            <a:xfrm>
              <a:off x="-41219" y="-630135"/>
              <a:ext cx="11704320" cy="1893409"/>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ALGORITHM STEPS</a:t>
              </a:r>
              <a:endParaRPr lang="en-US" sz="4000" b="1">
                <a:solidFill>
                  <a:srgbClr val="C0504D"/>
                </a:solidFill>
                <a:latin typeface="Times New Roman Bold"/>
                <a:ea typeface="Times New Roman Bold"/>
                <a:cs typeface="Times New Roman Bold"/>
              </a:endParaRPr>
            </a:p>
          </p:txBody>
        </p:sp>
      </p:grpSp>
      <p:grpSp>
        <p:nvGrpSpPr>
          <p:cNvPr id="8" name="Group 8">
            <a:extLst>
              <a:ext uri="{FF2B5EF4-FFF2-40B4-BE49-F238E27FC236}">
                <a16:creationId xmlns:a16="http://schemas.microsoft.com/office/drawing/2014/main" id="{D985B77F-809E-7FFB-B438-9BEEBFEFAD56}"/>
              </a:ext>
            </a:extLst>
          </p:cNvPr>
          <p:cNvGrpSpPr/>
          <p:nvPr/>
        </p:nvGrpSpPr>
        <p:grpSpPr>
          <a:xfrm>
            <a:off x="11773" y="14697"/>
            <a:ext cx="9753600" cy="1627289"/>
            <a:chOff x="0" y="0"/>
            <a:chExt cx="13004800" cy="2169719"/>
          </a:xfrm>
        </p:grpSpPr>
        <p:sp>
          <p:nvSpPr>
            <p:cNvPr id="9" name="Freeform 9">
              <a:extLst>
                <a:ext uri="{FF2B5EF4-FFF2-40B4-BE49-F238E27FC236}">
                  <a16:creationId xmlns:a16="http://schemas.microsoft.com/office/drawing/2014/main" id="{5F78E2C0-A26A-8B39-C7C1-CBC14351680C}"/>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3357098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48B9F-B336-F124-E575-D792B7BFAC8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0ACE90-9E10-1317-9A8A-BA66E003F04C}"/>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36AA8E3F-9C4A-D839-1113-B36F4A84B691}"/>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a:extLst>
              <a:ext uri="{FF2B5EF4-FFF2-40B4-BE49-F238E27FC236}">
                <a16:creationId xmlns:a16="http://schemas.microsoft.com/office/drawing/2014/main" id="{2E6F164B-D436-AB92-9665-80B09F0738D2}"/>
              </a:ext>
            </a:extLst>
          </p:cNvPr>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latin typeface="Arial"/>
                <a:cs typeface="Arial"/>
              </a:rPr>
              <a:t>23</a:t>
            </a:r>
          </a:p>
        </p:txBody>
      </p:sp>
      <p:grpSp>
        <p:nvGrpSpPr>
          <p:cNvPr id="5" name="Group 5">
            <a:extLst>
              <a:ext uri="{FF2B5EF4-FFF2-40B4-BE49-F238E27FC236}">
                <a16:creationId xmlns:a16="http://schemas.microsoft.com/office/drawing/2014/main" id="{29D8EFCA-8482-4FF0-66A3-48E7061BA6A7}"/>
              </a:ext>
            </a:extLst>
          </p:cNvPr>
          <p:cNvGrpSpPr/>
          <p:nvPr/>
        </p:nvGrpSpPr>
        <p:grpSpPr>
          <a:xfrm>
            <a:off x="456766" y="1468594"/>
            <a:ext cx="8809154" cy="1906948"/>
            <a:chOff x="-41219" y="-630135"/>
            <a:chExt cx="11745539" cy="2542598"/>
          </a:xfrm>
        </p:grpSpPr>
        <p:sp>
          <p:nvSpPr>
            <p:cNvPr id="6" name="Freeform 6">
              <a:extLst>
                <a:ext uri="{FF2B5EF4-FFF2-40B4-BE49-F238E27FC236}">
                  <a16:creationId xmlns:a16="http://schemas.microsoft.com/office/drawing/2014/main" id="{1285AC10-C640-C461-5B3D-4A9D902AA656}"/>
                </a:ext>
              </a:extLst>
            </p:cNvPr>
            <p:cNvSpPr/>
            <p:nvPr/>
          </p:nvSpPr>
          <p:spPr>
            <a:xfrm>
              <a:off x="0" y="0"/>
              <a:ext cx="11704320" cy="1912463"/>
            </a:xfrm>
            <a:custGeom>
              <a:avLst/>
              <a:gdLst/>
              <a:ahLst/>
              <a:cxnLst/>
              <a:rect l="l" t="t" r="r" b="b"/>
              <a:pathLst>
                <a:path w="11704320" h="1912463">
                  <a:moveTo>
                    <a:pt x="0" y="0"/>
                  </a:moveTo>
                  <a:lnTo>
                    <a:pt x="11704320" y="0"/>
                  </a:lnTo>
                  <a:lnTo>
                    <a:pt x="11704320" y="1912463"/>
                  </a:lnTo>
                  <a:lnTo>
                    <a:pt x="0" y="1912463"/>
                  </a:lnTo>
                  <a:close/>
                </a:path>
              </a:pathLst>
            </a:custGeom>
            <a:solidFill>
              <a:srgbClr val="C0504D">
                <a:alpha val="0"/>
              </a:srgbClr>
            </a:solidFill>
          </p:spPr>
        </p:sp>
        <p:sp>
          <p:nvSpPr>
            <p:cNvPr id="7" name="TextBox 7">
              <a:extLst>
                <a:ext uri="{FF2B5EF4-FFF2-40B4-BE49-F238E27FC236}">
                  <a16:creationId xmlns:a16="http://schemas.microsoft.com/office/drawing/2014/main" id="{87E25A79-5FFA-4190-7E41-657A6C0ABD96}"/>
                </a:ext>
              </a:extLst>
            </p:cNvPr>
            <p:cNvSpPr txBox="1"/>
            <p:nvPr/>
          </p:nvSpPr>
          <p:spPr>
            <a:xfrm>
              <a:off x="-41219" y="-630135"/>
              <a:ext cx="11704320" cy="1893409"/>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ALGORITHM STEPS</a:t>
              </a:r>
              <a:endParaRPr lang="en-US" sz="4000" b="1">
                <a:solidFill>
                  <a:srgbClr val="C0504D"/>
                </a:solidFill>
                <a:latin typeface="Times New Roman Bold"/>
                <a:ea typeface="Times New Roman Bold"/>
                <a:cs typeface="Times New Roman Bold"/>
              </a:endParaRPr>
            </a:p>
          </p:txBody>
        </p:sp>
      </p:grpSp>
      <p:grpSp>
        <p:nvGrpSpPr>
          <p:cNvPr id="8" name="Group 8">
            <a:extLst>
              <a:ext uri="{FF2B5EF4-FFF2-40B4-BE49-F238E27FC236}">
                <a16:creationId xmlns:a16="http://schemas.microsoft.com/office/drawing/2014/main" id="{8FA80CBF-E74D-0DA2-C654-28E636077F7E}"/>
              </a:ext>
            </a:extLst>
          </p:cNvPr>
          <p:cNvGrpSpPr/>
          <p:nvPr/>
        </p:nvGrpSpPr>
        <p:grpSpPr>
          <a:xfrm>
            <a:off x="11773" y="14697"/>
            <a:ext cx="9753600" cy="1627289"/>
            <a:chOff x="0" y="0"/>
            <a:chExt cx="13004800" cy="2169719"/>
          </a:xfrm>
        </p:grpSpPr>
        <p:sp>
          <p:nvSpPr>
            <p:cNvPr id="9" name="Freeform 9">
              <a:extLst>
                <a:ext uri="{FF2B5EF4-FFF2-40B4-BE49-F238E27FC236}">
                  <a16:creationId xmlns:a16="http://schemas.microsoft.com/office/drawing/2014/main" id="{07D1908D-27A1-8F3F-A702-6474AE339691}"/>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41204716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18657"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24</a:t>
            </a:r>
            <a:endParaRPr lang="en-US"/>
          </a:p>
        </p:txBody>
      </p:sp>
      <p:grpSp>
        <p:nvGrpSpPr>
          <p:cNvPr id="5" name="Group 5"/>
          <p:cNvGrpSpPr/>
          <p:nvPr/>
        </p:nvGrpSpPr>
        <p:grpSpPr>
          <a:xfrm>
            <a:off x="222105" y="1941195"/>
            <a:ext cx="9043815" cy="1022846"/>
            <a:chOff x="-354100" y="0"/>
            <a:chExt cx="12058420" cy="1363793"/>
          </a:xfrm>
        </p:grpSpPr>
        <p:sp>
          <p:nvSpPr>
            <p:cNvPr id="6" name="Freeform 6"/>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p:cNvSpPr txBox="1"/>
            <p:nvPr/>
          </p:nvSpPr>
          <p:spPr>
            <a:xfrm>
              <a:off x="-354100" y="196101"/>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CONCLUSION</a:t>
              </a:r>
              <a:endParaRPr lang="en-US" sz="4000" b="1">
                <a:solidFill>
                  <a:srgbClr val="C0504D"/>
                </a:solidFill>
                <a:latin typeface="Times New Roman Bold"/>
                <a:ea typeface="Times New Roman Bold"/>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706880"/>
            <a:chOff x="0" y="0"/>
            <a:chExt cx="13004800" cy="2275840"/>
          </a:xfrm>
        </p:grpSpPr>
        <p:sp>
          <p:nvSpPr>
            <p:cNvPr id="3" name="Freeform 3"/>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p:cNvSpPr txBox="1"/>
          <p:nvPr/>
        </p:nvSpPr>
        <p:spPr>
          <a:xfrm>
            <a:off x="9249571"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24</a:t>
            </a:r>
            <a:endParaRPr lang="en-US" sz="1350">
              <a:latin typeface="Arial"/>
              <a:cs typeface="Arial"/>
            </a:endParaRPr>
          </a:p>
        </p:txBody>
      </p:sp>
      <p:grpSp>
        <p:nvGrpSpPr>
          <p:cNvPr id="5" name="Group 5"/>
          <p:cNvGrpSpPr/>
          <p:nvPr/>
        </p:nvGrpSpPr>
        <p:grpSpPr>
          <a:xfrm>
            <a:off x="487680" y="1700973"/>
            <a:ext cx="8778240" cy="1130284"/>
            <a:chOff x="0" y="-320296"/>
            <a:chExt cx="11704320" cy="1507044"/>
          </a:xfrm>
        </p:grpSpPr>
        <p:sp>
          <p:nvSpPr>
            <p:cNvPr id="6" name="Freeform 6"/>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p:cNvSpPr txBox="1"/>
            <p:nvPr/>
          </p:nvSpPr>
          <p:spPr>
            <a:xfrm>
              <a:off x="0" y="-320296"/>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REFERENCES</a:t>
              </a:r>
              <a:endParaRPr lang="en-US" sz="4000" b="1">
                <a:solidFill>
                  <a:srgbClr val="C0504D"/>
                </a:solidFill>
                <a:latin typeface="Times New Roman Bold"/>
                <a:ea typeface="Times New Roman Bold"/>
                <a:cs typeface="Times New Roman Bold"/>
              </a:endParaRPr>
            </a:p>
          </p:txBody>
        </p:sp>
      </p:grpSp>
      <p:grpSp>
        <p:nvGrpSpPr>
          <p:cNvPr id="8" name="Group 8"/>
          <p:cNvGrpSpPr/>
          <p:nvPr/>
        </p:nvGrpSpPr>
        <p:grpSpPr>
          <a:xfrm>
            <a:off x="11773" y="14697"/>
            <a:ext cx="9753600" cy="1627289"/>
            <a:chOff x="0" y="0"/>
            <a:chExt cx="13004800" cy="2169719"/>
          </a:xfrm>
        </p:grpSpPr>
        <p:sp>
          <p:nvSpPr>
            <p:cNvPr id="9" name="Freeform 9"/>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D6B7D-4B1E-BB27-9A62-4E63A9B181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502FE0-79D5-6827-224F-F7FD6F8D54CD}"/>
              </a:ext>
            </a:extLst>
          </p:cNvPr>
          <p:cNvGrpSpPr/>
          <p:nvPr/>
        </p:nvGrpSpPr>
        <p:grpSpPr>
          <a:xfrm>
            <a:off x="0" y="0"/>
            <a:ext cx="9753600" cy="1706880"/>
            <a:chOff x="0" y="0"/>
            <a:chExt cx="13004800" cy="2275840"/>
          </a:xfrm>
        </p:grpSpPr>
        <p:sp>
          <p:nvSpPr>
            <p:cNvPr id="3" name="Freeform 3">
              <a:extLst>
                <a:ext uri="{FF2B5EF4-FFF2-40B4-BE49-F238E27FC236}">
                  <a16:creationId xmlns:a16="http://schemas.microsoft.com/office/drawing/2014/main" id="{FF378580-2E5E-F593-B04B-8516510B5EB1}"/>
                </a:ext>
              </a:extLst>
            </p:cNvPr>
            <p:cNvSpPr/>
            <p:nvPr/>
          </p:nvSpPr>
          <p:spPr>
            <a:xfrm>
              <a:off x="0" y="0"/>
              <a:ext cx="13004800" cy="2275840"/>
            </a:xfrm>
            <a:custGeom>
              <a:avLst/>
              <a:gdLst/>
              <a:ahLst/>
              <a:cxnLst/>
              <a:rect l="l" t="t" r="r" b="b"/>
              <a:pathLst>
                <a:path w="13004800" h="2275840">
                  <a:moveTo>
                    <a:pt x="0" y="0"/>
                  </a:moveTo>
                  <a:lnTo>
                    <a:pt x="13004800" y="0"/>
                  </a:lnTo>
                  <a:lnTo>
                    <a:pt x="13004800" y="2275840"/>
                  </a:lnTo>
                  <a:lnTo>
                    <a:pt x="0" y="2275840"/>
                  </a:lnTo>
                  <a:lnTo>
                    <a:pt x="0" y="0"/>
                  </a:lnTo>
                  <a:close/>
                </a:path>
              </a:pathLst>
            </a:custGeom>
            <a:blipFill>
              <a:blip r:embed="rId2"/>
              <a:stretch>
                <a:fillRect b="-45"/>
              </a:stretch>
            </a:blipFill>
          </p:spPr>
        </p:sp>
      </p:grpSp>
      <p:sp>
        <p:nvSpPr>
          <p:cNvPr id="4" name="TextBox 4">
            <a:extLst>
              <a:ext uri="{FF2B5EF4-FFF2-40B4-BE49-F238E27FC236}">
                <a16:creationId xmlns:a16="http://schemas.microsoft.com/office/drawing/2014/main" id="{866C82A3-C29D-81A4-E251-770233A9B79F}"/>
              </a:ext>
            </a:extLst>
          </p:cNvPr>
          <p:cNvSpPr txBox="1"/>
          <p:nvPr/>
        </p:nvSpPr>
        <p:spPr>
          <a:xfrm>
            <a:off x="9249571" y="6781990"/>
            <a:ext cx="402431" cy="207877"/>
          </a:xfrm>
          <a:prstGeom prst="rect">
            <a:avLst/>
          </a:prstGeom>
        </p:spPr>
        <p:txBody>
          <a:bodyPr lIns="0" tIns="0" rIns="0" bIns="0" rtlCol="0" anchor="t">
            <a:spAutoFit/>
          </a:bodyPr>
          <a:lstStyle/>
          <a:p>
            <a:pPr algn="r">
              <a:lnSpc>
                <a:spcPts val="1663"/>
              </a:lnSpc>
            </a:pPr>
            <a:r>
              <a:rPr lang="en-US" sz="1350">
                <a:solidFill>
                  <a:srgbClr val="000000"/>
                </a:solidFill>
                <a:latin typeface="Arial"/>
                <a:cs typeface="Arial"/>
                <a:sym typeface="Arial"/>
              </a:rPr>
              <a:t>25</a:t>
            </a:r>
            <a:endParaRPr lang="en-US" sz="1350">
              <a:latin typeface="Arial"/>
              <a:cs typeface="Arial"/>
            </a:endParaRPr>
          </a:p>
        </p:txBody>
      </p:sp>
      <p:grpSp>
        <p:nvGrpSpPr>
          <p:cNvPr id="5" name="Group 5">
            <a:extLst>
              <a:ext uri="{FF2B5EF4-FFF2-40B4-BE49-F238E27FC236}">
                <a16:creationId xmlns:a16="http://schemas.microsoft.com/office/drawing/2014/main" id="{CDE69E42-9B39-349B-0A5E-823AA88A2D6C}"/>
              </a:ext>
            </a:extLst>
          </p:cNvPr>
          <p:cNvGrpSpPr/>
          <p:nvPr/>
        </p:nvGrpSpPr>
        <p:grpSpPr>
          <a:xfrm>
            <a:off x="487680" y="1700973"/>
            <a:ext cx="8778240" cy="1130284"/>
            <a:chOff x="0" y="-320296"/>
            <a:chExt cx="11704320" cy="1507044"/>
          </a:xfrm>
        </p:grpSpPr>
        <p:sp>
          <p:nvSpPr>
            <p:cNvPr id="6" name="Freeform 6">
              <a:extLst>
                <a:ext uri="{FF2B5EF4-FFF2-40B4-BE49-F238E27FC236}">
                  <a16:creationId xmlns:a16="http://schemas.microsoft.com/office/drawing/2014/main" id="{84E9182F-9477-7BCC-6E6E-8FBABBE3066B}"/>
                </a:ext>
              </a:extLst>
            </p:cNvPr>
            <p:cNvSpPr/>
            <p:nvPr/>
          </p:nvSpPr>
          <p:spPr>
            <a:xfrm>
              <a:off x="0" y="0"/>
              <a:ext cx="11704320" cy="1186748"/>
            </a:xfrm>
            <a:custGeom>
              <a:avLst/>
              <a:gdLst/>
              <a:ahLst/>
              <a:cxnLst/>
              <a:rect l="l" t="t" r="r" b="b"/>
              <a:pathLst>
                <a:path w="11704320" h="1186748">
                  <a:moveTo>
                    <a:pt x="0" y="0"/>
                  </a:moveTo>
                  <a:lnTo>
                    <a:pt x="11704320" y="0"/>
                  </a:lnTo>
                  <a:lnTo>
                    <a:pt x="11704320" y="1186748"/>
                  </a:lnTo>
                  <a:lnTo>
                    <a:pt x="0" y="1186748"/>
                  </a:lnTo>
                  <a:close/>
                </a:path>
              </a:pathLst>
            </a:custGeom>
            <a:solidFill>
              <a:srgbClr val="C0504D">
                <a:alpha val="0"/>
              </a:srgbClr>
            </a:solidFill>
          </p:spPr>
        </p:sp>
        <p:sp>
          <p:nvSpPr>
            <p:cNvPr id="7" name="TextBox 7">
              <a:extLst>
                <a:ext uri="{FF2B5EF4-FFF2-40B4-BE49-F238E27FC236}">
                  <a16:creationId xmlns:a16="http://schemas.microsoft.com/office/drawing/2014/main" id="{5D1D2B21-2202-7E17-27FD-CBC195ED23F5}"/>
                </a:ext>
              </a:extLst>
            </p:cNvPr>
            <p:cNvSpPr txBox="1"/>
            <p:nvPr/>
          </p:nvSpPr>
          <p:spPr>
            <a:xfrm>
              <a:off x="0" y="-320296"/>
              <a:ext cx="11704320" cy="1167692"/>
            </a:xfrm>
            <a:prstGeom prst="rect">
              <a:avLst/>
            </a:prstGeom>
          </p:spPr>
          <p:txBody>
            <a:bodyPr lIns="0" tIns="0" rIns="0" bIns="0" rtlCol="0" anchor="ctr"/>
            <a:lstStyle/>
            <a:p>
              <a:pPr algn="ctr">
                <a:lnSpc>
                  <a:spcPts val="4600"/>
                </a:lnSpc>
              </a:pPr>
              <a:r>
                <a:rPr lang="en-US" sz="4000" b="1">
                  <a:solidFill>
                    <a:srgbClr val="C0504D"/>
                  </a:solidFill>
                  <a:latin typeface="Times New Roman Bold"/>
                  <a:ea typeface="Times New Roman Bold"/>
                  <a:cs typeface="Times New Roman Bold"/>
                  <a:sym typeface="Times New Roman Bold"/>
                </a:rPr>
                <a:t>REFERENCES</a:t>
              </a:r>
              <a:endParaRPr lang="en-US" sz="4000" b="1">
                <a:solidFill>
                  <a:srgbClr val="C0504D"/>
                </a:solidFill>
                <a:latin typeface="Times New Roman Bold"/>
                <a:ea typeface="Times New Roman Bold"/>
                <a:cs typeface="Times New Roman Bold"/>
              </a:endParaRPr>
            </a:p>
          </p:txBody>
        </p:sp>
      </p:grpSp>
      <p:grpSp>
        <p:nvGrpSpPr>
          <p:cNvPr id="8" name="Group 8">
            <a:extLst>
              <a:ext uri="{FF2B5EF4-FFF2-40B4-BE49-F238E27FC236}">
                <a16:creationId xmlns:a16="http://schemas.microsoft.com/office/drawing/2014/main" id="{94ED47D3-8912-43A3-EA29-9D8F30DAD98C}"/>
              </a:ext>
            </a:extLst>
          </p:cNvPr>
          <p:cNvGrpSpPr/>
          <p:nvPr/>
        </p:nvGrpSpPr>
        <p:grpSpPr>
          <a:xfrm>
            <a:off x="11773" y="14697"/>
            <a:ext cx="9753600" cy="1627289"/>
            <a:chOff x="0" y="0"/>
            <a:chExt cx="13004800" cy="2169719"/>
          </a:xfrm>
        </p:grpSpPr>
        <p:sp>
          <p:nvSpPr>
            <p:cNvPr id="9" name="Freeform 9">
              <a:extLst>
                <a:ext uri="{FF2B5EF4-FFF2-40B4-BE49-F238E27FC236}">
                  <a16:creationId xmlns:a16="http://schemas.microsoft.com/office/drawing/2014/main" id="{59424844-52F1-620A-CF42-9727343672CC}"/>
                </a:ext>
              </a:extLst>
            </p:cNvPr>
            <p:cNvSpPr/>
            <p:nvPr/>
          </p:nvSpPr>
          <p:spPr>
            <a:xfrm>
              <a:off x="0" y="0"/>
              <a:ext cx="13004800" cy="2169668"/>
            </a:xfrm>
            <a:custGeom>
              <a:avLst/>
              <a:gdLst/>
              <a:ahLst/>
              <a:cxnLst/>
              <a:rect l="l" t="t" r="r" b="b"/>
              <a:pathLst>
                <a:path w="13004800" h="2169668">
                  <a:moveTo>
                    <a:pt x="0" y="0"/>
                  </a:moveTo>
                  <a:lnTo>
                    <a:pt x="13004800" y="0"/>
                  </a:lnTo>
                  <a:lnTo>
                    <a:pt x="13004800" y="2169668"/>
                  </a:lnTo>
                  <a:lnTo>
                    <a:pt x="0" y="2169668"/>
                  </a:lnTo>
                  <a:lnTo>
                    <a:pt x="0" y="0"/>
                  </a:lnTo>
                  <a:close/>
                </a:path>
              </a:pathLst>
            </a:custGeom>
            <a:blipFill>
              <a:blip r:embed="rId3"/>
              <a:stretch>
                <a:fillRect r="-104" b="-2"/>
              </a:stretch>
            </a:blipFill>
          </p:spPr>
        </p:sp>
      </p:grpSp>
    </p:spTree>
    <p:extLst>
      <p:ext uri="{BB962C8B-B14F-4D97-AF65-F5344CB8AC3E}">
        <p14:creationId xmlns:p14="http://schemas.microsoft.com/office/powerpoint/2010/main" val="2022138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1034</Words>
  <Application>Microsoft Office PowerPoint</Application>
  <PresentationFormat>Custom</PresentationFormat>
  <Paragraphs>166</Paragraphs>
  <Slides>26</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Times New Roman Bold</vt:lpstr>
      <vt:lpstr>Calibri (MS) Bold</vt:lpstr>
      <vt:lpstr>Calibri (MS)</vt: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First-Review.pptx</dc:title>
  <cp:lastModifiedBy>C1 35 AARON THOMAS C</cp:lastModifiedBy>
  <cp:revision>10</cp:revision>
  <dcterms:created xsi:type="dcterms:W3CDTF">2006-08-16T00:00:00Z</dcterms:created>
  <dcterms:modified xsi:type="dcterms:W3CDTF">2026-08-10T08:14:58Z</dcterms:modified>
  <dc:identifier>DAHBSSV77Qg</dc:identifier>
</cp:coreProperties>
</file>